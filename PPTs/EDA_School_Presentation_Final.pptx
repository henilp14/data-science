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- School Dataset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Unveiling insights into student performance, fees, and demographics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Introduction: Understanding the Dataset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analysis aims to uncover key insights about students, schools, and academic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explore: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Student demographics and income levels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Distribution of marks and academic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relationship between school fees, family income, and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Patterns and trends for better decision-making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 Key Numbers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Total Students: 800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Number of Schools: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Classes Represented: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 Range: 5 - 20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Marks Range: 55 - 500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Average Monthly Family Income: 24,664.21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Average Monthly School Fees: 2,853.75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Students Perform?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distribution of student marks gives insights into overall performance.</a:t>
            </a:r>
            <a:endParaRPr/>
          </a:p>
        </p:txBody>
      </p:sp>
      <p:pic>
        <p:nvPicPr>
          <p:cNvPr descr="marks_distribution_updated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Rate: Who Needs More Support?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Percentage of students who scored below 200: 6.62%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Old Are the Students?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age distribution across schools.</a:t>
            </a:r>
            <a:endParaRPr/>
          </a:p>
        </p:txBody>
      </p:sp>
      <p:pic>
        <p:nvPicPr>
          <p:cNvPr descr="age_distribution.png"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Families Afford School Fees?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Exploring the relationship between family income and school fees.</a:t>
            </a:r>
            <a:endParaRPr/>
          </a:p>
        </p:txBody>
      </p:sp>
      <p:pic>
        <p:nvPicPr>
          <p:cNvPr descr="income_vs_fees_updated.png"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Factors Influence Performance?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 between fees, marks, and family income.</a:t>
            </a:r>
            <a:endParaRPr/>
          </a:p>
        </p:txBody>
      </p:sp>
      <p:pic>
        <p:nvPicPr>
          <p:cNvPr descr="correlation_heatmap_updated.png" id="131" name="Google Shape;1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Recommendations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significant percentage of students scored below the passing mark.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Family income influences the type of school students attend.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Higher school fees may be linked to better academic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Further analysis is needed to understand causality and improve educational policies.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Schools should offer scholarships to students from low-income families.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Additional academic support should be provided for struggling students.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Policymakers should consider fee regulations based on family income distribution.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Pointers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**Data-Driven Decision Making**: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Schools can utilize this analysis to optimize resource allocation, improve student performance, and design targeted interventions.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**Financial Insights for Policy Makers**: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The correlation between family income and school fees highlights the need for structured financial aid programs.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Assumption-Based Cases</a:t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1**: Students from higher-income families may have access to better educational resources, impacting their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2**: Schools with higher fees might offer better infrastructure and teaching quality, influencing student outcomes.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3**: External socio-economic factors, such as parental education, may also contribute to student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Suggestions for Improvement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**Implementing Need-Based Scholarships**: Schools should introduce financial aid programs to support students from lower-income backgrounds.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**Enhancing Learning Support**: Schools should identify students at risk of failure early and provide additional academic resources.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