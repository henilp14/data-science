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6f9e470d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c6f9e47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20XX Case Study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Company Name increased sales by XX%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amet, consectetur adipiscing elit, sed do eiusmod tempor incididunt ut labore et dolore magna aliqua.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Ut enim ad minim veniam, quis nostrud</a:t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Ut enim ad minim veniam, quis nostrud exercitation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Duis aute irure dolor in reprehenderit in voluptate velit </a:t>
            </a:r>
            <a:endParaRPr sz="16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3" name="Google Shape;103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Excepteur sint occaecat cupidatat non proident, sunt in culpa qui officia deserunt mollit anim id est laborum.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deep-dive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5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Expand audience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Lorem ipsum dolor sit amet, consectetur adipiscing elit, sed do eiusmod tempor incididunt ut labore et dolore magna aliqua. </a:t>
            </a:r>
            <a:endParaRPr sz="1600"/>
          </a:p>
        </p:txBody>
      </p:sp>
      <p:sp>
        <p:nvSpPr>
          <p:cNvPr id="115" name="Google Shape;115;p15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Up 30-day actives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Ut enim ad minim veniam, quis nostrud exercitation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800"/>
              </a:spcAft>
              <a:buSzPts val="1600"/>
              <a:buChar char="●"/>
            </a:pPr>
            <a:r>
              <a:rPr lang="en" sz="1600"/>
              <a:t>Duis aute irure dolor in reprehenderit in voluptate velit </a:t>
            </a:r>
            <a:endParaRPr sz="1600"/>
          </a:p>
        </p:txBody>
      </p:sp>
      <p:sp>
        <p:nvSpPr>
          <p:cNvPr id="118" name="Google Shape;118;p15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5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Increase conversion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Excepteur sint occaecat cupidatat non proident, sunt in culpa qui officia deserunt mollit anim id est laborum.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26" name="Google Shape;126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premium subscribers</a:t>
            </a:r>
            <a:endParaRPr/>
          </a:p>
        </p:txBody>
      </p:sp>
      <p:sp>
        <p:nvSpPr>
          <p:cNvPr id="127" name="Google Shape;127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37" name="Google Shape;137;p18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09.05.XX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40" name="Google Shape;140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8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43" name="Google Shape;143;p18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09.17.XX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46" name="Google Shape;146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8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49" name="Google Shape;149;p18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10.13.XX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52" name="Google Shape;152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8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55" name="Google Shape;155;p18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10.20.XX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58" name="Google Shape;158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1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8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61" name="Google Shape;161;p18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11.01.XX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64" name="Google Shape;164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8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147063" y="1049105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4147075" y="1049112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 txBox="1"/>
          <p:nvPr>
            <p:ph idx="4294967295" type="body"/>
          </p:nvPr>
        </p:nvSpPr>
        <p:spPr>
          <a:xfrm>
            <a:off x="4147075" y="11083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CEO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5" name="Google Shape;175;p19"/>
          <p:cNvSpPr txBox="1"/>
          <p:nvPr>
            <p:ph idx="4294967295" type="body"/>
          </p:nvPr>
        </p:nvSpPr>
        <p:spPr>
          <a:xfrm>
            <a:off x="4147075" y="145710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Wendy Writer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176" name="Google Shape;176;p19"/>
          <p:cNvGrpSpPr/>
          <p:nvPr/>
        </p:nvGrpSpPr>
        <p:grpSpPr>
          <a:xfrm>
            <a:off x="2918113" y="1746605"/>
            <a:ext cx="4160100" cy="531900"/>
            <a:chOff x="2918113" y="1746605"/>
            <a:chExt cx="4160100" cy="531900"/>
          </a:xfrm>
        </p:grpSpPr>
        <p:cxnSp>
          <p:nvCxnSpPr>
            <p:cNvPr id="177" name="Google Shape;177;p19"/>
            <p:cNvCxnSpPr>
              <a:stCxn id="172" idx="2"/>
              <a:endCxn id="178" idx="0"/>
            </p:cNvCxnSpPr>
            <p:nvPr/>
          </p:nvCxnSpPr>
          <p:spPr>
            <a:xfrm rot="5400000">
              <a:off x="3628963" y="1035755"/>
              <a:ext cx="531900" cy="19536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9"/>
            <p:cNvCxnSpPr>
              <a:stCxn id="172" idx="2"/>
              <a:endCxn id="180" idx="0"/>
            </p:cNvCxnSpPr>
            <p:nvPr/>
          </p:nvCxnSpPr>
          <p:spPr>
            <a:xfrm flipH="1" rot="-5400000">
              <a:off x="5709013" y="909305"/>
              <a:ext cx="531900" cy="22065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19"/>
          <p:cNvSpPr/>
          <p:nvPr/>
        </p:nvSpPr>
        <p:spPr>
          <a:xfrm>
            <a:off x="2194905" y="2278501"/>
            <a:ext cx="14493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2193500" y="2278499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>
            <p:ph idx="4294967295" type="body"/>
          </p:nvPr>
        </p:nvSpPr>
        <p:spPr>
          <a:xfrm>
            <a:off x="2193650" y="23377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Dir. of Sales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83" name="Google Shape;183;p19"/>
          <p:cNvSpPr txBox="1"/>
          <p:nvPr>
            <p:ph idx="4294967295" type="body"/>
          </p:nvPr>
        </p:nvSpPr>
        <p:spPr>
          <a:xfrm>
            <a:off x="2193638" y="268658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Ronny Reader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184" name="Google Shape;184;p19"/>
          <p:cNvGrpSpPr/>
          <p:nvPr/>
        </p:nvGrpSpPr>
        <p:grpSpPr>
          <a:xfrm>
            <a:off x="1256055" y="2975701"/>
            <a:ext cx="3327300" cy="531900"/>
            <a:chOff x="1256055" y="2975701"/>
            <a:chExt cx="3327300" cy="531900"/>
          </a:xfrm>
        </p:grpSpPr>
        <p:cxnSp>
          <p:nvCxnSpPr>
            <p:cNvPr id="185" name="Google Shape;185;p19"/>
            <p:cNvCxnSpPr>
              <a:stCxn id="181" idx="2"/>
              <a:endCxn id="186" idx="0"/>
            </p:cNvCxnSpPr>
            <p:nvPr/>
          </p:nvCxnSpPr>
          <p:spPr>
            <a:xfrm>
              <a:off x="2919555" y="2975701"/>
              <a:ext cx="0" cy="5319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9"/>
            <p:cNvCxnSpPr>
              <a:stCxn id="181" idx="2"/>
              <a:endCxn id="188" idx="0"/>
            </p:cNvCxnSpPr>
            <p:nvPr/>
          </p:nvCxnSpPr>
          <p:spPr>
            <a:xfrm rot="5400000">
              <a:off x="1821855" y="2409901"/>
              <a:ext cx="531900" cy="16635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19"/>
            <p:cNvCxnSpPr>
              <a:stCxn id="181" idx="2"/>
              <a:endCxn id="190" idx="0"/>
            </p:cNvCxnSpPr>
            <p:nvPr/>
          </p:nvCxnSpPr>
          <p:spPr>
            <a:xfrm flipH="1" rot="-5400000">
              <a:off x="3485505" y="2409751"/>
              <a:ext cx="531900" cy="16638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1" name="Google Shape;191;p19"/>
          <p:cNvSpPr/>
          <p:nvPr/>
        </p:nvSpPr>
        <p:spPr>
          <a:xfrm>
            <a:off x="531436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31450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>
            <p:ph idx="4294967295" type="body"/>
          </p:nvPr>
        </p:nvSpPr>
        <p:spPr>
          <a:xfrm>
            <a:off x="531750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North America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>
            <p:ph idx="4294967295" type="body"/>
          </p:nvPr>
        </p:nvSpPr>
        <p:spPr>
          <a:xfrm>
            <a:off x="531738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Perry Presenter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94998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2195013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>
            <p:ph idx="4294967295" type="body"/>
          </p:nvPr>
        </p:nvSpPr>
        <p:spPr>
          <a:xfrm>
            <a:off x="21951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Asia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6" name="Google Shape;196;p19"/>
          <p:cNvSpPr txBox="1"/>
          <p:nvPr>
            <p:ph idx="4294967295" type="body"/>
          </p:nvPr>
        </p:nvSpPr>
        <p:spPr>
          <a:xfrm>
            <a:off x="2195163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Vinny Viewer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858523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3858600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>
            <p:ph idx="4294967295" type="body"/>
          </p:nvPr>
        </p:nvSpPr>
        <p:spPr>
          <a:xfrm>
            <a:off x="3858613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Europe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9" name="Google Shape;199;p19"/>
          <p:cNvSpPr txBox="1"/>
          <p:nvPr>
            <p:ph idx="4294967295" type="body"/>
          </p:nvPr>
        </p:nvSpPr>
        <p:spPr>
          <a:xfrm>
            <a:off x="3858700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Molly Maker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353691" y="2278501"/>
            <a:ext cx="14493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353700" y="2278499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>
            <p:ph idx="4294967295" type="body"/>
          </p:nvPr>
        </p:nvSpPr>
        <p:spPr>
          <a:xfrm>
            <a:off x="6353925" y="23377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Dir. of Engineering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02" name="Google Shape;202;p19"/>
          <p:cNvSpPr txBox="1"/>
          <p:nvPr>
            <p:ph idx="4294967295" type="body"/>
          </p:nvPr>
        </p:nvSpPr>
        <p:spPr>
          <a:xfrm>
            <a:off x="6352413" y="268658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Abby Author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203" name="Google Shape;203;p19"/>
          <p:cNvGrpSpPr/>
          <p:nvPr/>
        </p:nvGrpSpPr>
        <p:grpSpPr>
          <a:xfrm>
            <a:off x="6246741" y="2975701"/>
            <a:ext cx="1663500" cy="531900"/>
            <a:chOff x="6246741" y="2975701"/>
            <a:chExt cx="1663500" cy="531900"/>
          </a:xfrm>
        </p:grpSpPr>
        <p:cxnSp>
          <p:nvCxnSpPr>
            <p:cNvPr id="204" name="Google Shape;204;p19"/>
            <p:cNvCxnSpPr>
              <a:stCxn id="200" idx="2"/>
              <a:endCxn id="205" idx="0"/>
            </p:cNvCxnSpPr>
            <p:nvPr/>
          </p:nvCxnSpPr>
          <p:spPr>
            <a:xfrm rot="5400000">
              <a:off x="6396591" y="2825851"/>
              <a:ext cx="531900" cy="8316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19"/>
            <p:cNvCxnSpPr>
              <a:stCxn id="200" idx="2"/>
              <a:endCxn id="207" idx="0"/>
            </p:cNvCxnSpPr>
            <p:nvPr/>
          </p:nvCxnSpPr>
          <p:spPr>
            <a:xfrm flipH="1" rot="-5400000">
              <a:off x="7228341" y="2825701"/>
              <a:ext cx="531900" cy="831900"/>
            </a:xfrm>
            <a:prstGeom prst="bentConnector3">
              <a:avLst>
                <a:gd fmla="val 50013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8" name="Google Shape;208;p19"/>
          <p:cNvSpPr/>
          <p:nvPr/>
        </p:nvSpPr>
        <p:spPr>
          <a:xfrm>
            <a:off x="5522206" y="3507819"/>
            <a:ext cx="14490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522175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 txBox="1"/>
          <p:nvPr>
            <p:ph idx="4294967295" type="body"/>
          </p:nvPr>
        </p:nvSpPr>
        <p:spPr>
          <a:xfrm>
            <a:off x="55223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Front End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0" name="Google Shape;210;p19"/>
          <p:cNvSpPr txBox="1"/>
          <p:nvPr>
            <p:ph idx="4294967295" type="body"/>
          </p:nvPr>
        </p:nvSpPr>
        <p:spPr>
          <a:xfrm>
            <a:off x="5522263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Casey Creator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185791" y="3507819"/>
            <a:ext cx="14490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185650" y="3507737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>
            <p:ph idx="4294967295" type="body"/>
          </p:nvPr>
        </p:nvSpPr>
        <p:spPr>
          <a:xfrm>
            <a:off x="71857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Back End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3" name="Google Shape;213;p19"/>
          <p:cNvSpPr txBox="1"/>
          <p:nvPr>
            <p:ph idx="4294967295" type="body"/>
          </p:nvPr>
        </p:nvSpPr>
        <p:spPr>
          <a:xfrm>
            <a:off x="7185688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Berry Books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0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19" name="Google Shape;219;p20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0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29" name="Google Shape;229;p20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231" name="Google Shape;231;p2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XX% sales increase</a:t>
            </a:r>
            <a:endParaRPr/>
          </a:p>
        </p:txBody>
      </p:sp>
      <p:grpSp>
        <p:nvGrpSpPr>
          <p:cNvPr id="232" name="Google Shape;232;p20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33" name="Google Shape;233;p20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34" name="Google Shape;234;p20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20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20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44" name="Google Shape;244;p20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45" name="Google Shape;245;p20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0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