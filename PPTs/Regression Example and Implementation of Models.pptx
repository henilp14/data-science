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0" r:id="rId11"/>
    <p:sldId id="299" r:id="rId12"/>
    <p:sldId id="300" r:id="rId13"/>
    <p:sldId id="30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F18DB-85DE-140D-1BCE-642A13D4AA84}" v="171" dt="2025-02-28T09:27:01.048"/>
    <p1510:client id="{DB0516B5-E663-2499-C603-571EA61DBBC0}" v="475" dt="2025-02-28T09:00:24.69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646" autoAdjust="0"/>
  </p:normalViewPr>
  <p:slideViewPr>
    <p:cSldViewPr snapToGrid="0">
      <p:cViewPr>
        <p:scale>
          <a:sx n="100" d="100"/>
          <a:sy n="100" d="100"/>
        </p:scale>
        <p:origin x="-1238" y="-115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chas Ketan Shah" userId="S::vachas.shah@accionlabs.com::10b1b334-1db7-4454-9470-d81387e3839f" providerId="AD" clId="Web-{43EF18DB-85DE-140D-1BCE-642A13D4AA84}"/>
    <pc:docChg chg="addSld delSld modSld">
      <pc:chgData name="Vachas Ketan Shah" userId="S::vachas.shah@accionlabs.com::10b1b334-1db7-4454-9470-d81387e3839f" providerId="AD" clId="Web-{43EF18DB-85DE-140D-1BCE-642A13D4AA84}" dt="2025-02-28T09:27:01.048" v="166"/>
      <pc:docMkLst>
        <pc:docMk/>
      </pc:docMkLst>
      <pc:sldChg chg="modSp">
        <pc:chgData name="Vachas Ketan Shah" userId="S::vachas.shah@accionlabs.com::10b1b334-1db7-4454-9470-d81387e3839f" providerId="AD" clId="Web-{43EF18DB-85DE-140D-1BCE-642A13D4AA84}" dt="2025-02-28T09:17:12.149" v="16" actId="1076"/>
        <pc:sldMkLst>
          <pc:docMk/>
          <pc:sldMk cId="1265939620" sldId="290"/>
        </pc:sldMkLst>
        <pc:spChg chg="mod">
          <ac:chgData name="Vachas Ketan Shah" userId="S::vachas.shah@accionlabs.com::10b1b334-1db7-4454-9470-d81387e3839f" providerId="AD" clId="Web-{43EF18DB-85DE-140D-1BCE-642A13D4AA84}" dt="2025-02-28T09:17:12.149" v="16" actId="1076"/>
          <ac:spMkLst>
            <pc:docMk/>
            <pc:sldMk cId="1265939620" sldId="290"/>
            <ac:spMk id="6" creationId="{EDF9E134-98AA-3ECE-E40A-180C85ACD7D5}"/>
          </ac:spMkLst>
        </pc:spChg>
      </pc:sldChg>
      <pc:sldChg chg="addSp delSp modSp del">
        <pc:chgData name="Vachas Ketan Shah" userId="S::vachas.shah@accionlabs.com::10b1b334-1db7-4454-9470-d81387e3839f" providerId="AD" clId="Web-{43EF18DB-85DE-140D-1BCE-642A13D4AA84}" dt="2025-02-28T09:26:41.501" v="160"/>
        <pc:sldMkLst>
          <pc:docMk/>
          <pc:sldMk cId="2652102883" sldId="291"/>
        </pc:sldMkLst>
        <pc:picChg chg="add del mod">
          <ac:chgData name="Vachas Ketan Shah" userId="S::vachas.shah@accionlabs.com::10b1b334-1db7-4454-9470-d81387e3839f" providerId="AD" clId="Web-{43EF18DB-85DE-140D-1BCE-642A13D4AA84}" dt="2025-02-28T09:12:25.927" v="4"/>
          <ac:picMkLst>
            <pc:docMk/>
            <pc:sldMk cId="2652102883" sldId="291"/>
            <ac:picMk id="2" creationId="{34B2D309-D48B-2FC2-6DFB-32E1D956CB51}"/>
          </ac:picMkLst>
        </pc:picChg>
      </pc:sldChg>
      <pc:sldChg chg="del">
        <pc:chgData name="Vachas Ketan Shah" userId="S::vachas.shah@accionlabs.com::10b1b334-1db7-4454-9470-d81387e3839f" providerId="AD" clId="Web-{43EF18DB-85DE-140D-1BCE-642A13D4AA84}" dt="2025-02-28T09:26:43.719" v="161"/>
        <pc:sldMkLst>
          <pc:docMk/>
          <pc:sldMk cId="362649583" sldId="292"/>
        </pc:sldMkLst>
      </pc:sldChg>
      <pc:sldChg chg="del">
        <pc:chgData name="Vachas Ketan Shah" userId="S::vachas.shah@accionlabs.com::10b1b334-1db7-4454-9470-d81387e3839f" providerId="AD" clId="Web-{43EF18DB-85DE-140D-1BCE-642A13D4AA84}" dt="2025-02-28T09:26:55.688" v="163"/>
        <pc:sldMkLst>
          <pc:docMk/>
          <pc:sldMk cId="853261029" sldId="294"/>
        </pc:sldMkLst>
      </pc:sldChg>
      <pc:sldChg chg="del">
        <pc:chgData name="Vachas Ketan Shah" userId="S::vachas.shah@accionlabs.com::10b1b334-1db7-4454-9470-d81387e3839f" providerId="AD" clId="Web-{43EF18DB-85DE-140D-1BCE-642A13D4AA84}" dt="2025-02-28T09:26:55.657" v="162"/>
        <pc:sldMkLst>
          <pc:docMk/>
          <pc:sldMk cId="907915534" sldId="295"/>
        </pc:sldMkLst>
      </pc:sldChg>
      <pc:sldChg chg="del">
        <pc:chgData name="Vachas Ketan Shah" userId="S::vachas.shah@accionlabs.com::10b1b334-1db7-4454-9470-d81387e3839f" providerId="AD" clId="Web-{43EF18DB-85DE-140D-1BCE-642A13D4AA84}" dt="2025-02-28T09:26:55.782" v="165"/>
        <pc:sldMkLst>
          <pc:docMk/>
          <pc:sldMk cId="1609673525" sldId="296"/>
        </pc:sldMkLst>
      </pc:sldChg>
      <pc:sldChg chg="del">
        <pc:chgData name="Vachas Ketan Shah" userId="S::vachas.shah@accionlabs.com::10b1b334-1db7-4454-9470-d81387e3839f" providerId="AD" clId="Web-{43EF18DB-85DE-140D-1BCE-642A13D4AA84}" dt="2025-02-28T09:26:55.704" v="164"/>
        <pc:sldMkLst>
          <pc:docMk/>
          <pc:sldMk cId="1678163377" sldId="298"/>
        </pc:sldMkLst>
      </pc:sldChg>
      <pc:sldChg chg="addSp delSp modSp add replId">
        <pc:chgData name="Vachas Ketan Shah" userId="S::vachas.shah@accionlabs.com::10b1b334-1db7-4454-9470-d81387e3839f" providerId="AD" clId="Web-{43EF18DB-85DE-140D-1BCE-642A13D4AA84}" dt="2025-02-28T09:18:35.666" v="93" actId="1076"/>
        <pc:sldMkLst>
          <pc:docMk/>
          <pc:sldMk cId="3619133034" sldId="299"/>
        </pc:sldMkLst>
        <pc:spChg chg="add del mod">
          <ac:chgData name="Vachas Ketan Shah" userId="S::vachas.shah@accionlabs.com::10b1b334-1db7-4454-9470-d81387e3839f" providerId="AD" clId="Web-{43EF18DB-85DE-140D-1BCE-642A13D4AA84}" dt="2025-02-28T09:12:52.880" v="10"/>
          <ac:spMkLst>
            <pc:docMk/>
            <pc:sldMk cId="3619133034" sldId="299"/>
            <ac:spMk id="4" creationId="{ADF8CD13-D465-2A98-5184-AE39D12771CF}"/>
          </ac:spMkLst>
        </pc:spChg>
        <pc:spChg chg="mod">
          <ac:chgData name="Vachas Ketan Shah" userId="S::vachas.shah@accionlabs.com::10b1b334-1db7-4454-9470-d81387e3839f" providerId="AD" clId="Web-{43EF18DB-85DE-140D-1BCE-642A13D4AA84}" dt="2025-02-28T09:17:04.149" v="15" actId="1076"/>
          <ac:spMkLst>
            <pc:docMk/>
            <pc:sldMk cId="3619133034" sldId="299"/>
            <ac:spMk id="6" creationId="{92DAEF79-163C-6FA6-AFC6-97432AD0F02A}"/>
          </ac:spMkLst>
        </pc:spChg>
        <pc:spChg chg="add del mod">
          <ac:chgData name="Vachas Ketan Shah" userId="S::vachas.shah@accionlabs.com::10b1b334-1db7-4454-9470-d81387e3839f" providerId="AD" clId="Web-{43EF18DB-85DE-140D-1BCE-642A13D4AA84}" dt="2025-02-28T09:17:26.696" v="18"/>
          <ac:spMkLst>
            <pc:docMk/>
            <pc:sldMk cId="3619133034" sldId="299"/>
            <ac:spMk id="7" creationId="{21A76413-57A2-3AA4-2E26-B75D8C580FF9}"/>
          </ac:spMkLst>
        </pc:spChg>
        <pc:graphicFrameChg chg="add mod ord modGraphic">
          <ac:chgData name="Vachas Ketan Shah" userId="S::vachas.shah@accionlabs.com::10b1b334-1db7-4454-9470-d81387e3839f" providerId="AD" clId="Web-{43EF18DB-85DE-140D-1BCE-642A13D4AA84}" dt="2025-02-28T09:18:35.666" v="93" actId="1076"/>
          <ac:graphicFrameMkLst>
            <pc:docMk/>
            <pc:sldMk cId="3619133034" sldId="299"/>
            <ac:graphicFrameMk id="10" creationId="{C64AC661-8FB3-A9C8-9E04-A8F52F5460A4}"/>
          </ac:graphicFrameMkLst>
        </pc:graphicFrameChg>
        <pc:graphicFrameChg chg="del mod">
          <ac:chgData name="Vachas Ketan Shah" userId="S::vachas.shah@accionlabs.com::10b1b334-1db7-4454-9470-d81387e3839f" providerId="AD" clId="Web-{43EF18DB-85DE-140D-1BCE-642A13D4AA84}" dt="2025-02-28T09:17:21.821" v="17"/>
          <ac:graphicFrameMkLst>
            <pc:docMk/>
            <pc:sldMk cId="3619133034" sldId="299"/>
            <ac:graphicFrameMk id="14" creationId="{1B6D046F-1619-EEDE-1FF1-7825721BE788}"/>
          </ac:graphicFrameMkLst>
        </pc:graphicFrameChg>
        <pc:picChg chg="add mod ord">
          <ac:chgData name="Vachas Ketan Shah" userId="S::vachas.shah@accionlabs.com::10b1b334-1db7-4454-9470-d81387e3839f" providerId="AD" clId="Web-{43EF18DB-85DE-140D-1BCE-642A13D4AA84}" dt="2025-02-28T09:12:58.974" v="11"/>
          <ac:picMkLst>
            <pc:docMk/>
            <pc:sldMk cId="3619133034" sldId="299"/>
            <ac:picMk id="2" creationId="{2E485D52-83E2-0399-376E-C2FC52074E3A}"/>
          </ac:picMkLst>
        </pc:picChg>
        <pc:picChg chg="del">
          <ac:chgData name="Vachas Ketan Shah" userId="S::vachas.shah@accionlabs.com::10b1b334-1db7-4454-9470-d81387e3839f" providerId="AD" clId="Web-{43EF18DB-85DE-140D-1BCE-642A13D4AA84}" dt="2025-02-28T09:12:30.223" v="6"/>
          <ac:picMkLst>
            <pc:docMk/>
            <pc:sldMk cId="3619133034" sldId="299"/>
            <ac:picMk id="8" creationId="{13146C06-BA62-C0E4-AD65-7B79955C4B0D}"/>
          </ac:picMkLst>
        </pc:picChg>
      </pc:sldChg>
      <pc:sldChg chg="addSp delSp modSp add replId">
        <pc:chgData name="Vachas Ketan Shah" userId="S::vachas.shah@accionlabs.com::10b1b334-1db7-4454-9470-d81387e3839f" providerId="AD" clId="Web-{43EF18DB-85DE-140D-1BCE-642A13D4AA84}" dt="2025-02-28T09:26:36.688" v="159" actId="1076"/>
        <pc:sldMkLst>
          <pc:docMk/>
          <pc:sldMk cId="1820273700" sldId="300"/>
        </pc:sldMkLst>
        <pc:spChg chg="add del mod">
          <ac:chgData name="Vachas Ketan Shah" userId="S::vachas.shah@accionlabs.com::10b1b334-1db7-4454-9470-d81387e3839f" providerId="AD" clId="Web-{43EF18DB-85DE-140D-1BCE-642A13D4AA84}" dt="2025-02-28T09:23:05.185" v="97"/>
          <ac:spMkLst>
            <pc:docMk/>
            <pc:sldMk cId="1820273700" sldId="300"/>
            <ac:spMk id="4" creationId="{31FFCD43-9FD7-F9DB-C86B-5FA53C5C381F}"/>
          </ac:spMkLst>
        </pc:spChg>
        <pc:spChg chg="mod">
          <ac:chgData name="Vachas Ketan Shah" userId="S::vachas.shah@accionlabs.com::10b1b334-1db7-4454-9470-d81387e3839f" providerId="AD" clId="Web-{43EF18DB-85DE-140D-1BCE-642A13D4AA84}" dt="2025-02-28T09:24:26.233" v="143" actId="1076"/>
          <ac:spMkLst>
            <pc:docMk/>
            <pc:sldMk cId="1820273700" sldId="300"/>
            <ac:spMk id="6" creationId="{0F621887-EBFE-5745-A80D-0429FE679882}"/>
          </ac:spMkLst>
        </pc:spChg>
        <pc:graphicFrameChg chg="add mod ord modGraphic">
          <ac:chgData name="Vachas Ketan Shah" userId="S::vachas.shah@accionlabs.com::10b1b334-1db7-4454-9470-d81387e3839f" providerId="AD" clId="Web-{43EF18DB-85DE-140D-1BCE-642A13D4AA84}" dt="2025-02-28T09:26:36.126" v="158" actId="1076"/>
          <ac:graphicFrameMkLst>
            <pc:docMk/>
            <pc:sldMk cId="1820273700" sldId="300"/>
            <ac:graphicFrameMk id="7" creationId="{DD039BE4-F9E1-6282-0BCD-8C97462D7FD0}"/>
          </ac:graphicFrameMkLst>
        </pc:graphicFrameChg>
        <pc:graphicFrameChg chg="del">
          <ac:chgData name="Vachas Ketan Shah" userId="S::vachas.shah@accionlabs.com::10b1b334-1db7-4454-9470-d81387e3839f" providerId="AD" clId="Web-{43EF18DB-85DE-140D-1BCE-642A13D4AA84}" dt="2025-02-28T09:22:49.888" v="96"/>
          <ac:graphicFrameMkLst>
            <pc:docMk/>
            <pc:sldMk cId="1820273700" sldId="300"/>
            <ac:graphicFrameMk id="10" creationId="{0BFF0B75-EE54-DAE7-0B49-FD8680145F93}"/>
          </ac:graphicFrameMkLst>
        </pc:graphicFrameChg>
        <pc:picChg chg="del">
          <ac:chgData name="Vachas Ketan Shah" userId="S::vachas.shah@accionlabs.com::10b1b334-1db7-4454-9470-d81387e3839f" providerId="AD" clId="Web-{43EF18DB-85DE-140D-1BCE-642A13D4AA84}" dt="2025-02-28T09:26:07.922" v="149"/>
          <ac:picMkLst>
            <pc:docMk/>
            <pc:sldMk cId="1820273700" sldId="300"/>
            <ac:picMk id="2" creationId="{E8153C14-552A-B5F0-D98E-935F985B2B05}"/>
          </ac:picMkLst>
        </pc:picChg>
        <pc:picChg chg="add del mod">
          <ac:chgData name="Vachas Ketan Shah" userId="S::vachas.shah@accionlabs.com::10b1b334-1db7-4454-9470-d81387e3839f" providerId="AD" clId="Web-{43EF18DB-85DE-140D-1BCE-642A13D4AA84}" dt="2025-02-28T09:26:07.610" v="148"/>
          <ac:picMkLst>
            <pc:docMk/>
            <pc:sldMk cId="1820273700" sldId="300"/>
            <ac:picMk id="8" creationId="{D810CE3C-3076-8D0A-CA84-4CDB0120973C}"/>
          </ac:picMkLst>
        </pc:picChg>
        <pc:picChg chg="add mod">
          <ac:chgData name="Vachas Ketan Shah" userId="S::vachas.shah@accionlabs.com::10b1b334-1db7-4454-9470-d81387e3839f" providerId="AD" clId="Web-{43EF18DB-85DE-140D-1BCE-642A13D4AA84}" dt="2025-02-28T09:26:36.688" v="159" actId="1076"/>
          <ac:picMkLst>
            <pc:docMk/>
            <pc:sldMk cId="1820273700" sldId="300"/>
            <ac:picMk id="9" creationId="{473118F7-6DC2-5C54-85E6-C4BE8A6C15FB}"/>
          </ac:picMkLst>
        </pc:picChg>
      </pc:sldChg>
      <pc:sldChg chg="add replId">
        <pc:chgData name="Vachas Ketan Shah" userId="S::vachas.shah@accionlabs.com::10b1b334-1db7-4454-9470-d81387e3839f" providerId="AD" clId="Web-{43EF18DB-85DE-140D-1BCE-642A13D4AA84}" dt="2025-02-28T09:27:01.048" v="166"/>
        <pc:sldMkLst>
          <pc:docMk/>
          <pc:sldMk cId="1557124259" sldId="301"/>
        </pc:sldMkLst>
      </pc:sldChg>
    </pc:docChg>
  </pc:docChgLst>
  <pc:docChgLst>
    <pc:chgData name="Vachas Ketan Shah" userId="S::vachas.shah@accionlabs.com::10b1b334-1db7-4454-9470-d81387e3839f" providerId="AD" clId="Web-{DB0516B5-E663-2499-C603-571EA61DBBC0}"/>
    <pc:docChg chg="modSld">
      <pc:chgData name="Vachas Ketan Shah" userId="S::vachas.shah@accionlabs.com::10b1b334-1db7-4454-9470-d81387e3839f" providerId="AD" clId="Web-{DB0516B5-E663-2499-C603-571EA61DBBC0}" dt="2025-02-28T09:00:24.696" v="388"/>
      <pc:docMkLst>
        <pc:docMk/>
      </pc:docMkLst>
      <pc:sldChg chg="modSp">
        <pc:chgData name="Vachas Ketan Shah" userId="S::vachas.shah@accionlabs.com::10b1b334-1db7-4454-9470-d81387e3839f" providerId="AD" clId="Web-{DB0516B5-E663-2499-C603-571EA61DBBC0}" dt="2025-02-28T05:51:50.326" v="16" actId="20577"/>
        <pc:sldMkLst>
          <pc:docMk/>
          <pc:sldMk cId="2259308896" sldId="256"/>
        </pc:sldMkLst>
        <pc:spChg chg="mod">
          <ac:chgData name="Vachas Ketan Shah" userId="S::vachas.shah@accionlabs.com::10b1b334-1db7-4454-9470-d81387e3839f" providerId="AD" clId="Web-{DB0516B5-E663-2499-C603-571EA61DBBC0}" dt="2025-02-28T05:51:50.326" v="16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">
        <pc:chgData name="Vachas Ketan Shah" userId="S::vachas.shah@accionlabs.com::10b1b334-1db7-4454-9470-d81387e3839f" providerId="AD" clId="Web-{DB0516B5-E663-2499-C603-571EA61DBBC0}" dt="2025-02-28T05:56:27.675" v="130" actId="20577"/>
        <pc:sldMkLst>
          <pc:docMk/>
          <pc:sldMk cId="1325608595" sldId="257"/>
        </pc:sldMkLst>
        <pc:spChg chg="mod">
          <ac:chgData name="Vachas Ketan Shah" userId="S::vachas.shah@accionlabs.com::10b1b334-1db7-4454-9470-d81387e3839f" providerId="AD" clId="Web-{DB0516B5-E663-2499-C603-571EA61DBBC0}" dt="2025-02-28T05:56:27.675" v="130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addSp delSp modSp mod modClrScheme chgLayout">
        <pc:chgData name="Vachas Ketan Shah" userId="S::vachas.shah@accionlabs.com::10b1b334-1db7-4454-9470-d81387e3839f" providerId="AD" clId="Web-{DB0516B5-E663-2499-C603-571EA61DBBC0}" dt="2025-02-28T06:08:03.048" v="184"/>
        <pc:sldMkLst>
          <pc:docMk/>
          <pc:sldMk cId="3662677160" sldId="286"/>
        </pc:sldMkLst>
        <pc:spChg chg="mod">
          <ac:chgData name="Vachas Ketan Shah" userId="S::vachas.shah@accionlabs.com::10b1b334-1db7-4454-9470-d81387e3839f" providerId="AD" clId="Web-{DB0516B5-E663-2499-C603-571EA61DBBC0}" dt="2025-02-28T06:07:22.282" v="172"/>
          <ac:spMkLst>
            <pc:docMk/>
            <pc:sldMk cId="3662677160" sldId="286"/>
            <ac:spMk id="2" creationId="{6F148DD4-4828-CE87-0C5C-42BE175E8DA5}"/>
          </ac:spMkLst>
        </pc:spChg>
        <pc:spChg chg="add del mod">
          <ac:chgData name="Vachas Ketan Shah" userId="S::vachas.shah@accionlabs.com::10b1b334-1db7-4454-9470-d81387e3839f" providerId="AD" clId="Web-{DB0516B5-E663-2499-C603-571EA61DBBC0}" dt="2025-02-28T06:03:10.027" v="147"/>
          <ac:spMkLst>
            <pc:docMk/>
            <pc:sldMk cId="3662677160" sldId="286"/>
            <ac:spMk id="4" creationId="{D6F28022-ECC1-8254-5D7A-90047DF1FE89}"/>
          </ac:spMkLst>
        </pc:spChg>
        <pc:spChg chg="add mod">
          <ac:chgData name="Vachas Ketan Shah" userId="S::vachas.shah@accionlabs.com::10b1b334-1db7-4454-9470-d81387e3839f" providerId="AD" clId="Web-{DB0516B5-E663-2499-C603-571EA61DBBC0}" dt="2025-02-28T06:07:22.282" v="172"/>
          <ac:spMkLst>
            <pc:docMk/>
            <pc:sldMk cId="3662677160" sldId="286"/>
            <ac:spMk id="5" creationId="{CE076190-1A4F-95E1-C4E3-522880876D62}"/>
          </ac:spMkLst>
        </pc:spChg>
        <pc:graphicFrameChg chg="add del mod modGraphic">
          <ac:chgData name="Vachas Ketan Shah" userId="S::vachas.shah@accionlabs.com::10b1b334-1db7-4454-9470-d81387e3839f" providerId="AD" clId="Web-{DB0516B5-E663-2499-C603-571EA61DBBC0}" dt="2025-02-28T06:06:32.078" v="170"/>
          <ac:graphicFrameMkLst>
            <pc:docMk/>
            <pc:sldMk cId="3662677160" sldId="286"/>
            <ac:graphicFrameMk id="7" creationId="{ACC73CB8-314C-1C49-7579-60584619F471}"/>
          </ac:graphicFrameMkLst>
        </pc:graphicFrameChg>
        <pc:graphicFrameChg chg="add del mod">
          <ac:chgData name="Vachas Ketan Shah" userId="S::vachas.shah@accionlabs.com::10b1b334-1db7-4454-9470-d81387e3839f" providerId="AD" clId="Web-{DB0516B5-E663-2499-C603-571EA61DBBC0}" dt="2025-02-28T06:06:32.078" v="169"/>
          <ac:graphicFrameMkLst>
            <pc:docMk/>
            <pc:sldMk cId="3662677160" sldId="286"/>
            <ac:graphicFrameMk id="9" creationId="{47A07D0C-BFDA-C620-3377-6608A0326BFF}"/>
          </ac:graphicFrameMkLst>
        </pc:graphicFrameChg>
        <pc:graphicFrameChg chg="add del mod modGraphic">
          <ac:chgData name="Vachas Ketan Shah" userId="S::vachas.shah@accionlabs.com::10b1b334-1db7-4454-9470-d81387e3839f" providerId="AD" clId="Web-{DB0516B5-E663-2499-C603-571EA61DBBC0}" dt="2025-02-28T06:06:32.078" v="168"/>
          <ac:graphicFrameMkLst>
            <pc:docMk/>
            <pc:sldMk cId="3662677160" sldId="286"/>
            <ac:graphicFrameMk id="12" creationId="{DC896745-4036-3606-C0D1-182E089F6183}"/>
          </ac:graphicFrameMkLst>
        </pc:graphicFrameChg>
        <pc:graphicFrameChg chg="add del mod">
          <ac:chgData name="Vachas Ketan Shah" userId="S::vachas.shah@accionlabs.com::10b1b334-1db7-4454-9470-d81387e3839f" providerId="AD" clId="Web-{DB0516B5-E663-2499-C603-571EA61DBBC0}" dt="2025-02-28T06:06:32.078" v="167"/>
          <ac:graphicFrameMkLst>
            <pc:docMk/>
            <pc:sldMk cId="3662677160" sldId="286"/>
            <ac:graphicFrameMk id="14" creationId="{161B39FE-6AF3-1FD0-9355-B8C42B3D419A}"/>
          </ac:graphicFrameMkLst>
        </pc:graphicFrameChg>
        <pc:graphicFrameChg chg="add del mod">
          <ac:chgData name="Vachas Ketan Shah" userId="S::vachas.shah@accionlabs.com::10b1b334-1db7-4454-9470-d81387e3839f" providerId="AD" clId="Web-{DB0516B5-E663-2499-C603-571EA61DBBC0}" dt="2025-02-28T06:06:32.078" v="166"/>
          <ac:graphicFrameMkLst>
            <pc:docMk/>
            <pc:sldMk cId="3662677160" sldId="286"/>
            <ac:graphicFrameMk id="16" creationId="{5C248A18-A6D2-BFDD-3842-8977B4B2BB55}"/>
          </ac:graphicFrameMkLst>
        </pc:graphicFrameChg>
        <pc:graphicFrameChg chg="add del mod modGraphic">
          <ac:chgData name="Vachas Ketan Shah" userId="S::vachas.shah@accionlabs.com::10b1b334-1db7-4454-9470-d81387e3839f" providerId="AD" clId="Web-{DB0516B5-E663-2499-C603-571EA61DBBC0}" dt="2025-02-28T06:06:32.078" v="165"/>
          <ac:graphicFrameMkLst>
            <pc:docMk/>
            <pc:sldMk cId="3662677160" sldId="286"/>
            <ac:graphicFrameMk id="18" creationId="{5F840359-7B97-D541-38DC-007452DA6F14}"/>
          </ac:graphicFrameMkLst>
        </pc:graphicFrameChg>
        <pc:graphicFrameChg chg="add mod modGraphic">
          <ac:chgData name="Vachas Ketan Shah" userId="S::vachas.shah@accionlabs.com::10b1b334-1db7-4454-9470-d81387e3839f" providerId="AD" clId="Web-{DB0516B5-E663-2499-C603-571EA61DBBC0}" dt="2025-02-28T06:08:03.048" v="184"/>
          <ac:graphicFrameMkLst>
            <pc:docMk/>
            <pc:sldMk cId="3662677160" sldId="286"/>
            <ac:graphicFrameMk id="20" creationId="{1A314C62-74A1-63FA-9CF4-BB507B5351A8}"/>
          </ac:graphicFrameMkLst>
        </pc:graphicFrameChg>
        <pc:picChg chg="del">
          <ac:chgData name="Vachas Ketan Shah" userId="S::vachas.shah@accionlabs.com::10b1b334-1db7-4454-9470-d81387e3839f" providerId="AD" clId="Web-{DB0516B5-E663-2499-C603-571EA61DBBC0}" dt="2025-02-28T06:02:49.386" v="142"/>
          <ac:picMkLst>
            <pc:docMk/>
            <pc:sldMk cId="3662677160" sldId="286"/>
            <ac:picMk id="10" creationId="{FCA2FB5B-570E-D181-A4B1-1DCB61C08948}"/>
          </ac:picMkLst>
        </pc:picChg>
      </pc:sldChg>
      <pc:sldChg chg="addSp delSp modSp mod modClrScheme chgLayout">
        <pc:chgData name="Vachas Ketan Shah" userId="S::vachas.shah@accionlabs.com::10b1b334-1db7-4454-9470-d81387e3839f" providerId="AD" clId="Web-{DB0516B5-E663-2499-C603-571EA61DBBC0}" dt="2025-02-28T06:21:31.986" v="239" actId="1076"/>
        <pc:sldMkLst>
          <pc:docMk/>
          <pc:sldMk cId="779750606" sldId="288"/>
        </pc:sldMkLst>
        <pc:spChg chg="mod">
          <ac:chgData name="Vachas Ketan Shah" userId="S::vachas.shah@accionlabs.com::10b1b334-1db7-4454-9470-d81387e3839f" providerId="AD" clId="Web-{DB0516B5-E663-2499-C603-571EA61DBBC0}" dt="2025-02-28T06:19:45.578" v="228" actId="1076"/>
          <ac:spMkLst>
            <pc:docMk/>
            <pc:sldMk cId="779750606" sldId="288"/>
            <ac:spMk id="2" creationId="{E3CEE190-899A-46D2-989D-C4BC6A46F946}"/>
          </ac:spMkLst>
        </pc:spChg>
        <pc:spChg chg="mod ord">
          <ac:chgData name="Vachas Ketan Shah" userId="S::vachas.shah@accionlabs.com::10b1b334-1db7-4454-9470-d81387e3839f" providerId="AD" clId="Web-{DB0516B5-E663-2499-C603-571EA61DBBC0}" dt="2025-02-28T06:21:31.986" v="239" actId="1076"/>
          <ac:spMkLst>
            <pc:docMk/>
            <pc:sldMk cId="779750606" sldId="288"/>
            <ac:spMk id="3" creationId="{26BC9DE8-A5CC-4BE1-0DE5-CB15D01A7919}"/>
          </ac:spMkLst>
        </pc:spChg>
        <pc:spChg chg="add del mod">
          <ac:chgData name="Vachas Ketan Shah" userId="S::vachas.shah@accionlabs.com::10b1b334-1db7-4454-9470-d81387e3839f" providerId="AD" clId="Web-{DB0516B5-E663-2499-C603-571EA61DBBC0}" dt="2025-02-28T06:11:30.474" v="186"/>
          <ac:spMkLst>
            <pc:docMk/>
            <pc:sldMk cId="779750606" sldId="288"/>
            <ac:spMk id="5" creationId="{BAC4E5FD-CB4C-A109-E5EB-F0EEDC5C2017}"/>
          </ac:spMkLst>
        </pc:spChg>
        <pc:picChg chg="add mod">
          <ac:chgData name="Vachas Ketan Shah" userId="S::vachas.shah@accionlabs.com::10b1b334-1db7-4454-9470-d81387e3839f" providerId="AD" clId="Web-{DB0516B5-E663-2499-C603-571EA61DBBC0}" dt="2025-02-28T06:19:56.078" v="230" actId="14100"/>
          <ac:picMkLst>
            <pc:docMk/>
            <pc:sldMk cId="779750606" sldId="288"/>
            <ac:picMk id="6" creationId="{9BFC43F2-5874-76F9-B62C-0A709DE4779B}"/>
          </ac:picMkLst>
        </pc:picChg>
        <pc:picChg chg="del">
          <ac:chgData name="Vachas Ketan Shah" userId="S::vachas.shah@accionlabs.com::10b1b334-1db7-4454-9470-d81387e3839f" providerId="AD" clId="Web-{DB0516B5-E663-2499-C603-571EA61DBBC0}" dt="2025-02-28T06:11:27.537" v="185"/>
          <ac:picMkLst>
            <pc:docMk/>
            <pc:sldMk cId="779750606" sldId="288"/>
            <ac:picMk id="17" creationId="{2ECBBDA4-D2C1-0F46-BA36-5967266F87AD}"/>
          </ac:picMkLst>
        </pc:picChg>
      </pc:sldChg>
      <pc:sldChg chg="addSp modSp mod modClrScheme chgLayout">
        <pc:chgData name="Vachas Ketan Shah" userId="S::vachas.shah@accionlabs.com::10b1b334-1db7-4454-9470-d81387e3839f" providerId="AD" clId="Web-{DB0516B5-E663-2499-C603-571EA61DBBC0}" dt="2025-02-28T06:25:44.179" v="276" actId="1076"/>
        <pc:sldMkLst>
          <pc:docMk/>
          <pc:sldMk cId="2529338794" sldId="289"/>
        </pc:sldMkLst>
        <pc:spChg chg="mod">
          <ac:chgData name="Vachas Ketan Shah" userId="S::vachas.shah@accionlabs.com::10b1b334-1db7-4454-9470-d81387e3839f" providerId="AD" clId="Web-{DB0516B5-E663-2499-C603-571EA61DBBC0}" dt="2025-02-28T06:25:26.413" v="274"/>
          <ac:spMkLst>
            <pc:docMk/>
            <pc:sldMk cId="2529338794" sldId="289"/>
            <ac:spMk id="3" creationId="{DAF7743C-9A64-6DD7-26EC-7870E2484D2F}"/>
          </ac:spMkLst>
        </pc:spChg>
        <pc:spChg chg="mod">
          <ac:chgData name="Vachas Ketan Shah" userId="S::vachas.shah@accionlabs.com::10b1b334-1db7-4454-9470-d81387e3839f" providerId="AD" clId="Web-{DB0516B5-E663-2499-C603-571EA61DBBC0}" dt="2025-02-28T06:25:26.413" v="274"/>
          <ac:spMkLst>
            <pc:docMk/>
            <pc:sldMk cId="2529338794" sldId="289"/>
            <ac:spMk id="5" creationId="{7FF5EE67-DE83-C00F-F31C-58A2B46234DB}"/>
          </ac:spMkLst>
        </pc:spChg>
        <pc:picChg chg="add mod">
          <ac:chgData name="Vachas Ketan Shah" userId="S::vachas.shah@accionlabs.com::10b1b334-1db7-4454-9470-d81387e3839f" providerId="AD" clId="Web-{DB0516B5-E663-2499-C603-571EA61DBBC0}" dt="2025-02-28T06:25:44.179" v="276" actId="1076"/>
          <ac:picMkLst>
            <pc:docMk/>
            <pc:sldMk cId="2529338794" sldId="289"/>
            <ac:picMk id="2" creationId="{AA607AA0-CC65-FD8A-0E12-ACCB4658B514}"/>
          </ac:picMkLst>
        </pc:picChg>
      </pc:sldChg>
      <pc:sldChg chg="addSp delSp modSp">
        <pc:chgData name="Vachas Ketan Shah" userId="S::vachas.shah@accionlabs.com::10b1b334-1db7-4454-9470-d81387e3839f" providerId="AD" clId="Web-{DB0516B5-E663-2499-C603-571EA61DBBC0}" dt="2025-02-28T09:00:24.696" v="388"/>
        <pc:sldMkLst>
          <pc:docMk/>
          <pc:sldMk cId="1265939620" sldId="290"/>
        </pc:sldMkLst>
        <pc:spChg chg="del">
          <ac:chgData name="Vachas Ketan Shah" userId="S::vachas.shah@accionlabs.com::10b1b334-1db7-4454-9470-d81387e3839f" providerId="AD" clId="Web-{DB0516B5-E663-2499-C603-571EA61DBBC0}" dt="2025-02-28T08:49:05.512" v="317"/>
          <ac:spMkLst>
            <pc:docMk/>
            <pc:sldMk cId="1265939620" sldId="290"/>
            <ac:spMk id="3" creationId="{D1455C0B-19FB-954B-532A-0A68CAC4E0E4}"/>
          </ac:spMkLst>
        </pc:spChg>
        <pc:spChg chg="del mod">
          <ac:chgData name="Vachas Ketan Shah" userId="S::vachas.shah@accionlabs.com::10b1b334-1db7-4454-9470-d81387e3839f" providerId="AD" clId="Web-{DB0516B5-E663-2499-C603-571EA61DBBC0}" dt="2025-02-28T08:57:20.974" v="320"/>
          <ac:spMkLst>
            <pc:docMk/>
            <pc:sldMk cId="1265939620" sldId="290"/>
            <ac:spMk id="4" creationId="{DBA34351-9D9C-8C32-5CC0-3F19A1CAC037}"/>
          </ac:spMkLst>
        </pc:spChg>
        <pc:spChg chg="mod">
          <ac:chgData name="Vachas Ketan Shah" userId="S::vachas.shah@accionlabs.com::10b1b334-1db7-4454-9470-d81387e3839f" providerId="AD" clId="Web-{DB0516B5-E663-2499-C603-571EA61DBBC0}" dt="2025-02-28T08:49:00.090" v="316" actId="20577"/>
          <ac:spMkLst>
            <pc:docMk/>
            <pc:sldMk cId="1265939620" sldId="290"/>
            <ac:spMk id="6" creationId="{EDF9E134-98AA-3ECE-E40A-180C85ACD7D5}"/>
          </ac:spMkLst>
        </pc:spChg>
        <pc:spChg chg="add del mod">
          <ac:chgData name="Vachas Ketan Shah" userId="S::vachas.shah@accionlabs.com::10b1b334-1db7-4454-9470-d81387e3839f" providerId="AD" clId="Web-{DB0516B5-E663-2499-C603-571EA61DBBC0}" dt="2025-02-28T08:49:07.277" v="318"/>
          <ac:spMkLst>
            <pc:docMk/>
            <pc:sldMk cId="1265939620" sldId="290"/>
            <ac:spMk id="7" creationId="{46057D21-A1B5-9E85-D3C8-0A5623CA92D5}"/>
          </ac:spMkLst>
        </pc:spChg>
        <pc:spChg chg="add del mod">
          <ac:chgData name="Vachas Ketan Shah" userId="S::vachas.shah@accionlabs.com::10b1b334-1db7-4454-9470-d81387e3839f" providerId="AD" clId="Web-{DB0516B5-E663-2499-C603-571EA61DBBC0}" dt="2025-02-28T08:59:45.102" v="355"/>
          <ac:spMkLst>
            <pc:docMk/>
            <pc:sldMk cId="1265939620" sldId="290"/>
            <ac:spMk id="12" creationId="{6DF306D0-1719-FF94-F1A3-DB239BCEC78F}"/>
          </ac:spMkLst>
        </pc:spChg>
        <pc:graphicFrameChg chg="add del mod ord modGraphic">
          <ac:chgData name="Vachas Ketan Shah" userId="S::vachas.shah@accionlabs.com::10b1b334-1db7-4454-9470-d81387e3839f" providerId="AD" clId="Web-{DB0516B5-E663-2499-C603-571EA61DBBC0}" dt="2025-02-28T08:59:44.805" v="354"/>
          <ac:graphicFrameMkLst>
            <pc:docMk/>
            <pc:sldMk cId="1265939620" sldId="290"/>
            <ac:graphicFrameMk id="10" creationId="{C9979F07-EE85-D323-4267-86B9497CEB87}"/>
          </ac:graphicFrameMkLst>
        </pc:graphicFrameChg>
        <pc:graphicFrameChg chg="add mod ord modGraphic">
          <ac:chgData name="Vachas Ketan Shah" userId="S::vachas.shah@accionlabs.com::10b1b334-1db7-4454-9470-d81387e3839f" providerId="AD" clId="Web-{DB0516B5-E663-2499-C603-571EA61DBBC0}" dt="2025-02-28T09:00:24.696" v="388"/>
          <ac:graphicFrameMkLst>
            <pc:docMk/>
            <pc:sldMk cId="1265939620" sldId="290"/>
            <ac:graphicFrameMk id="14" creationId="{BD852DEC-83A0-D6B7-5948-10DB0E5CC35E}"/>
          </ac:graphicFrameMkLst>
        </pc:graphicFrameChg>
        <pc:picChg chg="add del mod">
          <ac:chgData name="Vachas Ketan Shah" userId="S::vachas.shah@accionlabs.com::10b1b334-1db7-4454-9470-d81387e3839f" providerId="AD" clId="Web-{DB0516B5-E663-2499-C603-571EA61DBBC0}" dt="2025-02-28T08:48:47.511" v="304"/>
          <ac:picMkLst>
            <pc:docMk/>
            <pc:sldMk cId="1265939620" sldId="290"/>
            <ac:picMk id="2" creationId="{C57A5A87-90DA-0541-C1D0-88E767AAFF5F}"/>
          </ac:picMkLst>
        </pc:picChg>
        <pc:picChg chg="add mod ord">
          <ac:chgData name="Vachas Ketan Shah" userId="S::vachas.shah@accionlabs.com::10b1b334-1db7-4454-9470-d81387e3839f" providerId="AD" clId="Web-{DB0516B5-E663-2499-C603-571EA61DBBC0}" dt="2025-02-28T08:58:14.131" v="353" actId="1076"/>
          <ac:picMkLst>
            <pc:docMk/>
            <pc:sldMk cId="1265939620" sldId="290"/>
            <ac:picMk id="8" creationId="{917A9FB5-4613-7D53-B5F9-44B19E8FA6EC}"/>
          </ac:picMkLst>
        </pc:picChg>
      </pc:sldChg>
      <pc:sldChg chg="addSp delSp modSp mod modClrScheme chgLayout">
        <pc:chgData name="Vachas Ketan Shah" userId="S::vachas.shah@accionlabs.com::10b1b334-1db7-4454-9470-d81387e3839f" providerId="AD" clId="Web-{DB0516B5-E663-2499-C603-571EA61DBBC0}" dt="2025-02-28T08:24:54.590" v="302" actId="1076"/>
        <pc:sldMkLst>
          <pc:docMk/>
          <pc:sldMk cId="4117153350" sldId="297"/>
        </pc:sldMkLst>
        <pc:spChg chg="mod ord">
          <ac:chgData name="Vachas Ketan Shah" userId="S::vachas.shah@accionlabs.com::10b1b334-1db7-4454-9470-d81387e3839f" providerId="AD" clId="Web-{DB0516B5-E663-2499-C603-571EA61DBBC0}" dt="2025-02-28T08:24:28.152" v="300"/>
          <ac:spMkLst>
            <pc:docMk/>
            <pc:sldMk cId="4117153350" sldId="297"/>
            <ac:spMk id="2" creationId="{12EAA093-E00B-31E9-0A13-71142E30E57C}"/>
          </ac:spMkLst>
        </pc:spChg>
        <pc:spChg chg="mod ord">
          <ac:chgData name="Vachas Ketan Shah" userId="S::vachas.shah@accionlabs.com::10b1b334-1db7-4454-9470-d81387e3839f" providerId="AD" clId="Web-{DB0516B5-E663-2499-C603-571EA61DBBC0}" dt="2025-02-28T08:24:54.590" v="302" actId="1076"/>
          <ac:spMkLst>
            <pc:docMk/>
            <pc:sldMk cId="4117153350" sldId="297"/>
            <ac:spMk id="3" creationId="{C62C8177-F0B6-B02C-3682-183D8307E999}"/>
          </ac:spMkLst>
        </pc:spChg>
        <pc:spChg chg="add del mod ord">
          <ac:chgData name="Vachas Ketan Shah" userId="S::vachas.shah@accionlabs.com::10b1b334-1db7-4454-9470-d81387e3839f" providerId="AD" clId="Web-{DB0516B5-E663-2499-C603-571EA61DBBC0}" dt="2025-02-28T08:24:21.495" v="299"/>
          <ac:spMkLst>
            <pc:docMk/>
            <pc:sldMk cId="4117153350" sldId="297"/>
            <ac:spMk id="4" creationId="{3EDEB9F6-52B4-93A9-F4EF-B23D91BD301C}"/>
          </ac:spMkLst>
        </pc:spChg>
        <pc:graphicFrameChg chg="add mod ord modGraphic">
          <ac:chgData name="Vachas Ketan Shah" userId="S::vachas.shah@accionlabs.com::10b1b334-1db7-4454-9470-d81387e3839f" providerId="AD" clId="Web-{DB0516B5-E663-2499-C603-571EA61DBBC0}" dt="2025-02-28T08:24:40.261" v="301"/>
          <ac:graphicFrameMkLst>
            <pc:docMk/>
            <pc:sldMk cId="4117153350" sldId="297"/>
            <ac:graphicFrameMk id="6" creationId="{833A7693-6203-96B8-121C-2FDB5DC23FC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868C-2F96-FE9E-F76F-F3824789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73044-BDE1-3EF0-58E7-EF00CA927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0D57A-03A6-8DF4-411C-30158B19E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B9EF0-1204-D803-D344-80F9114AF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92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C55E-7812-1A78-F26E-2BC57FE7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11903-C53C-1D00-6826-193663AD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297FE-D54C-F38A-B245-370064AEC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620E7-5640-824F-6E50-B3039AE2E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72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D504-41D0-0FB4-D3F2-07F539B1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DD2DF-1114-DC5E-E529-9723D0615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972D1-2B10-DE9F-8734-BCF03DDE9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5394F-B916-10CD-B790-D855C1F05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Explanation on Regression Models  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Basic Charts for Regression</a:t>
            </a:r>
          </a:p>
          <a:p>
            <a:r>
              <a:rPr lang="en-US" dirty="0"/>
              <a:t>Hypothesis Testing </a:t>
            </a:r>
          </a:p>
          <a:p>
            <a:r>
              <a:rPr lang="en-US" dirty="0"/>
              <a:t>Linear Regression Model</a:t>
            </a:r>
          </a:p>
          <a:p>
            <a:r>
              <a:rPr lang="en-US" dirty="0"/>
              <a:t>Lasso And Ridge Regression Model</a:t>
            </a:r>
          </a:p>
          <a:p>
            <a:r>
              <a:rPr lang="en-US" dirty="0"/>
              <a:t>Interpretation and Implementation </a:t>
            </a:r>
          </a:p>
          <a:p>
            <a:r>
              <a:rPr lang="en-US" dirty="0"/>
              <a:t>Comparison between the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Introduction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76190-1A4F-95E1-C4E3-522880876D62}"/>
              </a:ext>
            </a:extLst>
          </p:cNvPr>
          <p:cNvSpPr txBox="1"/>
          <p:nvPr/>
        </p:nvSpPr>
        <p:spPr>
          <a:xfrm>
            <a:off x="1167493" y="2087561"/>
            <a:ext cx="2693306" cy="38905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The dataset provides key metrics about user behavior and spending on an online platform, including session length, time spent on the app and website, membership duration, and yearly spending.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A314C62-74A1-63FA-9CF4-BB507B535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027579"/>
              </p:ext>
            </p:extLst>
          </p:nvPr>
        </p:nvGraphicFramePr>
        <p:xfrm>
          <a:off x="4669481" y="2105139"/>
          <a:ext cx="7332966" cy="308858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58209">
                  <a:extLst>
                    <a:ext uri="{9D8B030D-6E8A-4147-A177-3AD203B41FA5}">
                      <a16:colId xmlns:a16="http://schemas.microsoft.com/office/drawing/2014/main" val="3353429891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2220859183"/>
                    </a:ext>
                  </a:extLst>
                </a:gridCol>
                <a:gridCol w="1018881">
                  <a:extLst>
                    <a:ext uri="{9D8B030D-6E8A-4147-A177-3AD203B41FA5}">
                      <a16:colId xmlns:a16="http://schemas.microsoft.com/office/drawing/2014/main" val="4087482948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3066207054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3263785436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3988548952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3734552200"/>
                    </a:ext>
                  </a:extLst>
                </a:gridCol>
                <a:gridCol w="742646">
                  <a:extLst>
                    <a:ext uri="{9D8B030D-6E8A-4147-A177-3AD203B41FA5}">
                      <a16:colId xmlns:a16="http://schemas.microsoft.com/office/drawing/2014/main" val="3234715454"/>
                    </a:ext>
                  </a:extLst>
                </a:gridCol>
              </a:tblGrid>
              <a:tr h="55666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Mean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Standard Deviation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Min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50%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75%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600447"/>
                  </a:ext>
                </a:extLst>
              </a:tr>
              <a:tr h="55666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Avg. Session Length (mins)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33.05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0.99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29.53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32.34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33.08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33.71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36.14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107499"/>
                  </a:ext>
                </a:extLst>
              </a:tr>
              <a:tr h="305267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App (mins)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12.05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0.99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8.51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11.39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11.98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12.75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15.13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03471"/>
                  </a:ext>
                </a:extLst>
              </a:tr>
              <a:tr h="55666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Website (mins)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37.06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1.01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33.91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36.35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37.07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37.72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40.01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321835"/>
                  </a:ext>
                </a:extLst>
              </a:tr>
              <a:tr h="55666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Length of Membership (years)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3.53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0.27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2.93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3.53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4.13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6.92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185449"/>
                  </a:ext>
                </a:extLst>
              </a:tr>
              <a:tr h="556664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Yearly Amount Spent ($)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499.31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79.31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256.67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445.04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498.89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549.31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765.52</a:t>
                      </a:r>
                    </a:p>
                  </a:txBody>
                  <a:tcPr marL="21940" marR="21940" marT="14627" marB="1462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771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411" y="-191530"/>
            <a:ext cx="9692640" cy="13716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Basic Charts </a:t>
            </a:r>
          </a:p>
        </p:txBody>
      </p:sp>
      <p:pic>
        <p:nvPicPr>
          <p:cNvPr id="6" name="Picture 5" descr="A group of blue dots&#10;&#10;AI-generated content may be incorrect.">
            <a:extLst>
              <a:ext uri="{FF2B5EF4-FFF2-40B4-BE49-F238E27FC236}">
                <a16:creationId xmlns:a16="http://schemas.microsoft.com/office/drawing/2014/main" id="{9BFC43F2-5874-76F9-B62C-0A709DE47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61" y="1357828"/>
            <a:ext cx="5772196" cy="5010197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048" y="2283212"/>
            <a:ext cx="6009463" cy="26548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/>
              <a:t>Diagonal Elements</a:t>
            </a:r>
            <a:r>
              <a:rPr lang="en-US" sz="2000" dirty="0"/>
              <a:t>: Show histograms of individual variables, indicating their distributions.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Scattered Data</a:t>
            </a:r>
            <a:r>
              <a:rPr lang="en-US" sz="2000" dirty="0"/>
              <a:t>: Most scatterplots show dispersed points, suggesting weak or no correlation except for a few cases.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Possible Predictors</a:t>
            </a:r>
            <a:r>
              <a:rPr lang="en-US" sz="2000" dirty="0"/>
              <a:t>: "Length of Membership" and "Time on App" may be strong predictors for "Yearly Amount Spent."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anchor="b">
            <a:normAutofit/>
          </a:bodyPr>
          <a:lstStyle/>
          <a:p>
            <a:r>
              <a:rPr lang="en-US" dirty="0"/>
              <a:t>Collinearity between the numeric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/>
              <a:t>Strongest Positive Correlation</a:t>
            </a:r>
            <a:r>
              <a:rPr lang="en-US" sz="1600"/>
              <a:t>: "Length of Membership" (0.81) has the highest correlation with "Yearly Amount Spent," indicating it's a strong predictor.</a:t>
            </a:r>
          </a:p>
          <a:p>
            <a:pPr marL="285750" indent="-285750">
              <a:buFont typeface="Arial"/>
              <a:buChar char="•"/>
            </a:pPr>
            <a:r>
              <a:rPr lang="en-US" sz="1600" b="1"/>
              <a:t>Moderate Correlation</a:t>
            </a:r>
            <a:r>
              <a:rPr lang="en-US" sz="1600"/>
              <a:t>: "Time on App" (0.50) and "Avg. Session Length" (0.36) also correlate positively with "Yearly Amount Spent."</a:t>
            </a:r>
          </a:p>
          <a:p>
            <a:pPr marL="285750" indent="-285750">
              <a:buFont typeface="Arial"/>
              <a:buChar char="•"/>
            </a:pPr>
            <a:r>
              <a:rPr lang="en-US" sz="1600" b="1"/>
              <a:t>Weak/No Correlation</a:t>
            </a:r>
            <a:r>
              <a:rPr lang="en-US" sz="1600"/>
              <a:t>: "Time on Website" (-0.0026) has almost no relationship with "Yearly Amount Spent."</a:t>
            </a:r>
          </a:p>
          <a:p>
            <a:pPr marL="285750" indent="-285750">
              <a:buFont typeface="Arial"/>
              <a:buChar char="•"/>
            </a:pPr>
            <a:r>
              <a:rPr lang="en-US" sz="1600" b="1"/>
              <a:t>Inter-variable Relationships</a:t>
            </a:r>
            <a:r>
              <a:rPr lang="en-US" sz="1600"/>
              <a:t>: Other feature correlations are weak, suggesting they don't strongly influence each other.</a:t>
            </a:r>
          </a:p>
          <a:p>
            <a:endParaRPr lang="en-US" sz="1600"/>
          </a:p>
        </p:txBody>
      </p:sp>
      <p:pic>
        <p:nvPicPr>
          <p:cNvPr id="2" name="Picture 1" descr="A screenshot of a chart&#10;&#10;AI-generated content may be incorrect.">
            <a:extLst>
              <a:ext uri="{FF2B5EF4-FFF2-40B4-BE49-F238E27FC236}">
                <a16:creationId xmlns:a16="http://schemas.microsoft.com/office/drawing/2014/main" id="{AA607AA0-CC65-FD8A-0E12-ACCB4658B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113" y="1571951"/>
            <a:ext cx="4671479" cy="39785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Testing for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91647" y="2322023"/>
            <a:ext cx="2693306" cy="38905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Null Hypothesis (H0): There is no significant relationship between the independent variables and Yearly Amount Spent.</a:t>
            </a:r>
          </a:p>
          <a:p>
            <a:r>
              <a:rPr lang="en-US"/>
              <a:t>Alternative Hypothesis (H1): At least one independent variable significantly impacts Yearly Amount Spent.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3A7693-6203-96B8-121C-2FDB5DC23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749597"/>
              </p:ext>
            </p:extLst>
          </p:nvPr>
        </p:nvGraphicFramePr>
        <p:xfrm>
          <a:off x="4216400" y="2321815"/>
          <a:ext cx="7651049" cy="3422043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{69012ECD-51FC-41F1-AA8D-1B2483CD663E}</a:tableStyleId>
              </a:tblPr>
              <a:tblGrid>
                <a:gridCol w="1368389">
                  <a:extLst>
                    <a:ext uri="{9D8B030D-6E8A-4147-A177-3AD203B41FA5}">
                      <a16:colId xmlns:a16="http://schemas.microsoft.com/office/drawing/2014/main" val="2635706001"/>
                    </a:ext>
                  </a:extLst>
                </a:gridCol>
                <a:gridCol w="1591305">
                  <a:extLst>
                    <a:ext uri="{9D8B030D-6E8A-4147-A177-3AD203B41FA5}">
                      <a16:colId xmlns:a16="http://schemas.microsoft.com/office/drawing/2014/main" val="3203994932"/>
                    </a:ext>
                  </a:extLst>
                </a:gridCol>
                <a:gridCol w="896681">
                  <a:extLst>
                    <a:ext uri="{9D8B030D-6E8A-4147-A177-3AD203B41FA5}">
                      <a16:colId xmlns:a16="http://schemas.microsoft.com/office/drawing/2014/main" val="328777961"/>
                    </a:ext>
                  </a:extLst>
                </a:gridCol>
                <a:gridCol w="1095713">
                  <a:extLst>
                    <a:ext uri="{9D8B030D-6E8A-4147-A177-3AD203B41FA5}">
                      <a16:colId xmlns:a16="http://schemas.microsoft.com/office/drawing/2014/main" val="1733534533"/>
                    </a:ext>
                  </a:extLst>
                </a:gridCol>
                <a:gridCol w="924546">
                  <a:extLst>
                    <a:ext uri="{9D8B030D-6E8A-4147-A177-3AD203B41FA5}">
                      <a16:colId xmlns:a16="http://schemas.microsoft.com/office/drawing/2014/main" val="1346085612"/>
                    </a:ext>
                  </a:extLst>
                </a:gridCol>
                <a:gridCol w="1774415">
                  <a:extLst>
                    <a:ext uri="{9D8B030D-6E8A-4147-A177-3AD203B41FA5}">
                      <a16:colId xmlns:a16="http://schemas.microsoft.com/office/drawing/2014/main" val="684566340"/>
                    </a:ext>
                  </a:extLst>
                </a:gridCol>
              </a:tblGrid>
              <a:tr h="7496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Coefficient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Std. Error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t-value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p-value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  <a:effectLst/>
                        </a:rPr>
                        <a:t>Significance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035725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Intercept</a:t>
                      </a:r>
                    </a:p>
                  </a:txBody>
                  <a:tcPr marL="70592" marR="31514" marT="20169" marB="151269" anchor="b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-1051.59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22.99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-45.736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✅ Significant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307614"/>
                  </a:ext>
                </a:extLst>
              </a:tr>
              <a:tr h="615161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Avg. Session Length</a:t>
                      </a:r>
                    </a:p>
                  </a:txBody>
                  <a:tcPr marL="70592" marR="31514" marT="20169" marB="151269" anchor="b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25.73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0.451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57.057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✅ Significant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259613"/>
                  </a:ext>
                </a:extLst>
              </a:tr>
              <a:tr h="413469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Time on App</a:t>
                      </a:r>
                    </a:p>
                  </a:txBody>
                  <a:tcPr marL="70592" marR="31514" marT="20169" marB="151269" anchor="b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38.71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0.451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85.828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✅ Significant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696991"/>
                  </a:ext>
                </a:extLst>
              </a:tr>
              <a:tr h="615161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Time on Website</a:t>
                      </a:r>
                    </a:p>
                  </a:txBody>
                  <a:tcPr marL="70592" marR="31514" marT="20169" marB="151269" anchor="b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0.44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0.444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0.983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0.326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❌ Not Significant</a:t>
                      </a:r>
                    </a:p>
                  </a:txBody>
                  <a:tcPr marL="70592" marR="0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71587"/>
                  </a:ext>
                </a:extLst>
              </a:tr>
              <a:tr h="615161">
                <a:tc>
                  <a:txBody>
                    <a:bodyPr/>
                    <a:lstStyle/>
                    <a:p>
                      <a:pPr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Length of Membership</a:t>
                      </a:r>
                    </a:p>
                  </a:txBody>
                  <a:tcPr marL="70592" marR="31514" marT="20169" marB="151269" anchor="b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61.58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0.448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137.346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70592" marR="31514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✅ Most Significant</a:t>
                      </a:r>
                    </a:p>
                  </a:txBody>
                  <a:tcPr marL="70592" marR="0" marT="20169" marB="1512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7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120906"/>
            <a:ext cx="9601200" cy="1653371"/>
          </a:xfrm>
        </p:spPr>
        <p:txBody>
          <a:bodyPr/>
          <a:lstStyle/>
          <a:p>
            <a:r>
              <a:rPr lang="en-US" dirty="0"/>
              <a:t>Linear Regression Results</a:t>
            </a:r>
          </a:p>
        </p:txBody>
      </p:sp>
      <p:pic>
        <p:nvPicPr>
          <p:cNvPr id="8" name="Content Placeholder 7" descr="A graph of blue dots&#10;&#10;AI-generated content may be incorrect.">
            <a:extLst>
              <a:ext uri="{FF2B5EF4-FFF2-40B4-BE49-F238E27FC236}">
                <a16:creationId xmlns:a16="http://schemas.microsoft.com/office/drawing/2014/main" id="{917A9FB5-4613-7D53-B5F9-44B19E8FA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8017" y="1719184"/>
            <a:ext cx="4788054" cy="3614185"/>
          </a:xfrm>
        </p:spPr>
      </p:pic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BD852DEC-83A0-D6B7-5948-10DB0E5CC35E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987263022"/>
              </p:ext>
            </p:extLst>
          </p:nvPr>
        </p:nvGraphicFramePr>
        <p:xfrm>
          <a:off x="5334000" y="1711569"/>
          <a:ext cx="5703549" cy="366522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4015946">
                  <a:extLst>
                    <a:ext uri="{9D8B030D-6E8A-4147-A177-3AD203B41FA5}">
                      <a16:colId xmlns:a16="http://schemas.microsoft.com/office/drawing/2014/main" val="3380155387"/>
                    </a:ext>
                  </a:extLst>
                </a:gridCol>
                <a:gridCol w="1687603">
                  <a:extLst>
                    <a:ext uri="{9D8B030D-6E8A-4147-A177-3AD203B41FA5}">
                      <a16:colId xmlns:a16="http://schemas.microsoft.com/office/drawing/2014/main" val="387132749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Metric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Value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1969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R-squared (Test Accuracy)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0.9822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1592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R-squared (Train Accuracy)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0.985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3115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Adjusted R-squared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0.985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8767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F-statistic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5.65E+03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2217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Prob (F-statistic)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0.00E-02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0840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Durbin-Watson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1.987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8320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Jarque-Bera (JB)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0.432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120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Skewness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-0.08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18453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Kurtosis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3.063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72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Mean Absolute Error (MAE)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8.23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6455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Mean Squared Error (MSE)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102.965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620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effectLst/>
                        </a:rPr>
                        <a:t>Root Mean Squared Error (RMSE)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600" dirty="0">
                          <a:effectLst/>
                        </a:rPr>
                        <a:t>10.147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218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DAF8-4140-7191-EF54-CD2F6600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ormal value&#10;&#10;AI-generated content may be incorrect.">
            <a:extLst>
              <a:ext uri="{FF2B5EF4-FFF2-40B4-BE49-F238E27FC236}">
                <a16:creationId xmlns:a16="http://schemas.microsoft.com/office/drawing/2014/main" id="{2E485D52-83E2-0399-376E-C2FC5207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6" y="1544595"/>
            <a:ext cx="5365665" cy="38100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2DAEF79-163C-6FA6-AFC6-97432AD0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203285"/>
            <a:ext cx="9601200" cy="1653371"/>
          </a:xfrm>
        </p:spPr>
        <p:txBody>
          <a:bodyPr/>
          <a:lstStyle/>
          <a:p>
            <a:r>
              <a:rPr lang="en-US" dirty="0"/>
              <a:t>Lasso Regression Results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64AC661-8FB3-A9C8-9E04-A8F52F5460A4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87846673"/>
              </p:ext>
            </p:extLst>
          </p:nvPr>
        </p:nvGraphicFramePr>
        <p:xfrm>
          <a:off x="5364891" y="1410729"/>
          <a:ext cx="5838485" cy="4023360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274540">
                  <a:extLst>
                    <a:ext uri="{9D8B030D-6E8A-4147-A177-3AD203B41FA5}">
                      <a16:colId xmlns:a16="http://schemas.microsoft.com/office/drawing/2014/main" val="4162922104"/>
                    </a:ext>
                  </a:extLst>
                </a:gridCol>
                <a:gridCol w="2563945">
                  <a:extLst>
                    <a:ext uri="{9D8B030D-6E8A-4147-A177-3AD203B41FA5}">
                      <a16:colId xmlns:a16="http://schemas.microsoft.com/office/drawing/2014/main" val="405216324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Metric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Lasso Regression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21184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R-squared (Test Accuracy)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482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Adjusted R-squared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6202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F-statistic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1113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9179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Prob (F-statistic)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7.48E-79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131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Durbin-Watson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2.307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6807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Jarque-Bera (JB)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0.303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9244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Skewness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-0.001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7767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Kurtosis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3.27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714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Absolute Error (MAE)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8.5748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8882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Squared Error (MSE)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110.6047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3458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Root Mean Squared Error (RMSE)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10.5169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931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Avg. Session Length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24.5737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34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App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37.8241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0375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Website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0.0000 (Feature removed)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8309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Length of Membership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61.0156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597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3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5D3C-9D70-A2F1-7A6D-BD9A879B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621887-EBFE-5745-A80D-0429FE67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491609"/>
            <a:ext cx="9601200" cy="1653371"/>
          </a:xfrm>
        </p:spPr>
        <p:txBody>
          <a:bodyPr/>
          <a:lstStyle/>
          <a:p>
            <a:r>
              <a:rPr lang="en-US" dirty="0"/>
              <a:t>Ridge Regression 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D039BE4-F9E1-6282-0BCD-8C97462D7FD0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16158838"/>
              </p:ext>
            </p:extLst>
          </p:nvPr>
        </p:nvGraphicFramePr>
        <p:xfrm>
          <a:off x="5509053" y="1029729"/>
          <a:ext cx="5637862" cy="4493776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24596">
                  <a:extLst>
                    <a:ext uri="{9D8B030D-6E8A-4147-A177-3AD203B41FA5}">
                      <a16:colId xmlns:a16="http://schemas.microsoft.com/office/drawing/2014/main" val="3035034689"/>
                    </a:ext>
                  </a:extLst>
                </a:gridCol>
                <a:gridCol w="2013266">
                  <a:extLst>
                    <a:ext uri="{9D8B030D-6E8A-4147-A177-3AD203B41FA5}">
                      <a16:colId xmlns:a16="http://schemas.microsoft.com/office/drawing/2014/main" val="2928667497"/>
                    </a:ext>
                  </a:extLst>
                </a:gridCol>
              </a:tblGrid>
              <a:tr h="22564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Metric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Ridge Regression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469557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R-squared (Test Accuracy)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42795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Adjusted R-squared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319299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F-statistic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6676.11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038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Prob (F-statistic)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46382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Durbin-Watson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2.3199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987041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Jarque-Bera (JB)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0.1124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27143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Skewness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0.0736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755038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Kurtosis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0.1438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604164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Absolute Error (MAE)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8.5392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82844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Squared Error (MSE)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109.455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43019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Root Mean Squared Error (RMSE)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10.4621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201595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Avg. Session Length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25.5329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977851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App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38.6938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52438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Website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0.311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39656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Length of Membership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61.757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1228"/>
                  </a:ext>
                </a:extLst>
              </a:tr>
            </a:tbl>
          </a:graphicData>
        </a:graphic>
      </p:graphicFrame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473118F7-6DC2-5C54-85E6-C4BE8A6C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73" y="1451276"/>
            <a:ext cx="5074508" cy="398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7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0CEF-7518-8E33-FE67-342CFA30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6E9AFC-69AF-509F-12B7-09B2829F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-491609"/>
            <a:ext cx="9601200" cy="1653371"/>
          </a:xfrm>
        </p:spPr>
        <p:txBody>
          <a:bodyPr/>
          <a:lstStyle/>
          <a:p>
            <a:r>
              <a:rPr lang="en-US" dirty="0"/>
              <a:t>Ridge Regression Results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3DD4CA3-9894-96C7-B7BA-DD0DC727F1C1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5509053" y="1029729"/>
          <a:ext cx="5637862" cy="4493776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3624596">
                  <a:extLst>
                    <a:ext uri="{9D8B030D-6E8A-4147-A177-3AD203B41FA5}">
                      <a16:colId xmlns:a16="http://schemas.microsoft.com/office/drawing/2014/main" val="3035034689"/>
                    </a:ext>
                  </a:extLst>
                </a:gridCol>
                <a:gridCol w="2013266">
                  <a:extLst>
                    <a:ext uri="{9D8B030D-6E8A-4147-A177-3AD203B41FA5}">
                      <a16:colId xmlns:a16="http://schemas.microsoft.com/office/drawing/2014/main" val="2928667497"/>
                    </a:ext>
                  </a:extLst>
                </a:gridCol>
              </a:tblGrid>
              <a:tr h="22564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Metric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Ridge Regression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469557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R-squared (Test Accuracy)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42795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Adjusted R-squared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0.977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319299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F-statistic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6676.11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038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Prob (F-statistic)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046382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Durbin-Watson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2.3199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987041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Jarque-Bera (JB)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0.1124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27143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Skewness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0.0736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755038"/>
                  </a:ext>
                </a:extLst>
              </a:tr>
              <a:tr h="225645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Kurtosis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0.1438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604164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Absolute Error (MAE)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8.5392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82844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Mean Squared Error (MSE)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109.455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43019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Root Mean Squared Error (RMSE)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10.4621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201595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Avg. Session Length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25.5329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977851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App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38.6938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52438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Time on Website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0.311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39656"/>
                  </a:ext>
                </a:extLst>
              </a:tr>
              <a:tr h="31026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Length of Membership Coefficient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61.757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1228"/>
                  </a:ext>
                </a:extLst>
              </a:tr>
            </a:tbl>
          </a:graphicData>
        </a:graphic>
      </p:graphicFrame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97BF299D-9ACC-DCDC-FBB5-176D03437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73" y="1451276"/>
            <a:ext cx="5074508" cy="398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42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Explanation on Regression Models  </vt:lpstr>
      <vt:lpstr>Agenda</vt:lpstr>
      <vt:lpstr>Introduction </vt:lpstr>
      <vt:lpstr>Basic Charts </vt:lpstr>
      <vt:lpstr>Collinearity between the numeric columns</vt:lpstr>
      <vt:lpstr>Hypothesis Testing for Regression</vt:lpstr>
      <vt:lpstr>Linear Regression Results</vt:lpstr>
      <vt:lpstr>Lasso Regression Results</vt:lpstr>
      <vt:lpstr>Ridge Regression Results</vt:lpstr>
      <vt:lpstr>Ridge Regression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189</cp:revision>
  <dcterms:created xsi:type="dcterms:W3CDTF">2025-02-28T05:51:03Z</dcterms:created>
  <dcterms:modified xsi:type="dcterms:W3CDTF">2025-02-28T09:27:02Z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