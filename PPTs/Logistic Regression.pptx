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8" r:id="rId4"/>
  </p:sldMasterIdLst>
  <p:notesMasterIdLst>
    <p:notesMasterId r:id="rId10"/>
  </p:notesMasterIdLst>
  <p:sldIdLst>
    <p:sldId id="266" r:id="rId5"/>
    <p:sldId id="267" r:id="rId6"/>
    <p:sldId id="268" r:id="rId7"/>
    <p:sldId id="269" r:id="rId8"/>
    <p:sldId id="27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E889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C8118E-0FB2-896B-03BD-1329D031BF1E}" v="948" dt="2025-03-05T11:33:56.833"/>
    <p1510:client id="{F5A45731-7D4C-CCFC-893E-6C85D3A1C495}" v="1" dt="2025-03-06T04:34:25.58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92"/>
  </p:normalViewPr>
  <p:slideViewPr>
    <p:cSldViewPr snapToGrid="0" snapToObjects="1">
      <p:cViewPr>
        <p:scale>
          <a:sx n="100" d="100"/>
          <a:sy n="100" d="100"/>
        </p:scale>
        <p:origin x="58" y="-92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17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chas Ketan Shah" userId="S::vachas.shah@accionlabs.com::10b1b334-1db7-4454-9470-d81387e3839f" providerId="AD" clId="Web-{2CC8118E-0FB2-896B-03BD-1329D031BF1E}"/>
    <pc:docChg chg="addSld delSld modSld addMainMaster delMainMaster">
      <pc:chgData name="Vachas Ketan Shah" userId="S::vachas.shah@accionlabs.com::10b1b334-1db7-4454-9470-d81387e3839f" providerId="AD" clId="Web-{2CC8118E-0FB2-896B-03BD-1329D031BF1E}" dt="2025-03-05T11:33:56.833" v="786"/>
      <pc:docMkLst>
        <pc:docMk/>
      </pc:docMkLst>
      <pc:sldChg chg="modSp del mod modClrScheme chgLayout">
        <pc:chgData name="Vachas Ketan Shah" userId="S::vachas.shah@accionlabs.com::10b1b334-1db7-4454-9470-d81387e3839f" providerId="AD" clId="Web-{2CC8118E-0FB2-896B-03BD-1329D031BF1E}" dt="2025-03-05T10:38:44.364" v="2"/>
        <pc:sldMkLst>
          <pc:docMk/>
          <pc:sldMk cId="2838590274" sldId="259"/>
        </pc:sldMkLst>
        <pc:spChg chg="mod ord">
          <ac:chgData name="Vachas Ketan Shah" userId="S::vachas.shah@accionlabs.com::10b1b334-1db7-4454-9470-d81387e3839f" providerId="AD" clId="Web-{2CC8118E-0FB2-896B-03BD-1329D031BF1E}" dt="2025-03-05T10:38:21.207" v="1"/>
          <ac:spMkLst>
            <pc:docMk/>
            <pc:sldMk cId="2838590274" sldId="259"/>
            <ac:spMk id="4" creationId="{8775583F-376C-40AE-9849-09070F0B5E51}"/>
          </ac:spMkLst>
        </pc:spChg>
        <pc:spChg chg="mod ord">
          <ac:chgData name="Vachas Ketan Shah" userId="S::vachas.shah@accionlabs.com::10b1b334-1db7-4454-9470-d81387e3839f" providerId="AD" clId="Web-{2CC8118E-0FB2-896B-03BD-1329D031BF1E}" dt="2025-03-05T10:38:21.207" v="1"/>
          <ac:spMkLst>
            <pc:docMk/>
            <pc:sldMk cId="2838590274" sldId="259"/>
            <ac:spMk id="5" creationId="{7165814A-5271-4039-9F12-014787DA9EF7}"/>
          </ac:spMkLst>
        </pc:spChg>
      </pc:sldChg>
      <pc:sldChg chg="modSp del mod modClrScheme chgLayout">
        <pc:chgData name="Vachas Ketan Shah" userId="S::vachas.shah@accionlabs.com::10b1b334-1db7-4454-9470-d81387e3839f" providerId="AD" clId="Web-{2CC8118E-0FB2-896B-03BD-1329D031BF1E}" dt="2025-03-05T10:51:18.797" v="147"/>
        <pc:sldMkLst>
          <pc:docMk/>
          <pc:sldMk cId="3201932227" sldId="262"/>
        </pc:sldMkLst>
        <pc:spChg chg="mod ord">
          <ac:chgData name="Vachas Ketan Shah" userId="S::vachas.shah@accionlabs.com::10b1b334-1db7-4454-9470-d81387e3839f" providerId="AD" clId="Web-{2CC8118E-0FB2-896B-03BD-1329D031BF1E}" dt="2025-03-05T10:38:50.145" v="3"/>
          <ac:spMkLst>
            <pc:docMk/>
            <pc:sldMk cId="3201932227" sldId="262"/>
            <ac:spMk id="4" creationId="{FE7E940F-6D6B-4FE5-8CA2-E8AE96D300C2}"/>
          </ac:spMkLst>
        </pc:spChg>
      </pc:sldChg>
      <pc:sldChg chg="modSp del mod modClrScheme chgLayout">
        <pc:chgData name="Vachas Ketan Shah" userId="S::vachas.shah@accionlabs.com::10b1b334-1db7-4454-9470-d81387e3839f" providerId="AD" clId="Web-{2CC8118E-0FB2-896B-03BD-1329D031BF1E}" dt="2025-03-05T10:51:17.140" v="145"/>
        <pc:sldMkLst>
          <pc:docMk/>
          <pc:sldMk cId="3036901931" sldId="263"/>
        </pc:sldMkLst>
        <pc:spChg chg="mod ord">
          <ac:chgData name="Vachas Ketan Shah" userId="S::vachas.shah@accionlabs.com::10b1b334-1db7-4454-9470-d81387e3839f" providerId="AD" clId="Web-{2CC8118E-0FB2-896B-03BD-1329D031BF1E}" dt="2025-03-05T10:38:50.145" v="3"/>
          <ac:spMkLst>
            <pc:docMk/>
            <pc:sldMk cId="3036901931" sldId="263"/>
            <ac:spMk id="4" creationId="{FE7E940F-6D6B-4FE5-8CA2-E8AE96D300C2}"/>
          </ac:spMkLst>
        </pc:spChg>
      </pc:sldChg>
      <pc:sldChg chg="modSp del mod modClrScheme chgLayout">
        <pc:chgData name="Vachas Ketan Shah" userId="S::vachas.shah@accionlabs.com::10b1b334-1db7-4454-9470-d81387e3839f" providerId="AD" clId="Web-{2CC8118E-0FB2-896B-03BD-1329D031BF1E}" dt="2025-03-05T10:51:17.218" v="146"/>
        <pc:sldMkLst>
          <pc:docMk/>
          <pc:sldMk cId="517615182" sldId="264"/>
        </pc:sldMkLst>
        <pc:spChg chg="mod ord">
          <ac:chgData name="Vachas Ketan Shah" userId="S::vachas.shah@accionlabs.com::10b1b334-1db7-4454-9470-d81387e3839f" providerId="AD" clId="Web-{2CC8118E-0FB2-896B-03BD-1329D031BF1E}" dt="2025-03-05T10:38:50.145" v="3"/>
          <ac:spMkLst>
            <pc:docMk/>
            <pc:sldMk cId="517615182" sldId="264"/>
            <ac:spMk id="4" creationId="{FE7E940F-6D6B-4FE5-8CA2-E8AE96D300C2}"/>
          </ac:spMkLst>
        </pc:spChg>
      </pc:sldChg>
      <pc:sldChg chg="modSp del mod modClrScheme chgLayout">
        <pc:chgData name="Vachas Ketan Shah" userId="S::vachas.shah@accionlabs.com::10b1b334-1db7-4454-9470-d81387e3839f" providerId="AD" clId="Web-{2CC8118E-0FB2-896B-03BD-1329D031BF1E}" dt="2025-03-05T10:51:02.968" v="144"/>
        <pc:sldMkLst>
          <pc:docMk/>
          <pc:sldMk cId="4052214363" sldId="265"/>
        </pc:sldMkLst>
        <pc:spChg chg="mod ord">
          <ac:chgData name="Vachas Ketan Shah" userId="S::vachas.shah@accionlabs.com::10b1b334-1db7-4454-9470-d81387e3839f" providerId="AD" clId="Web-{2CC8118E-0FB2-896B-03BD-1329D031BF1E}" dt="2025-03-05T10:38:50.145" v="3"/>
          <ac:spMkLst>
            <pc:docMk/>
            <pc:sldMk cId="4052214363" sldId="265"/>
            <ac:spMk id="2" creationId="{F07E19FF-DAD9-4AB4-9D83-993EE9FE6846}"/>
          </ac:spMkLst>
        </pc:spChg>
      </pc:sldChg>
      <pc:sldChg chg="addSp delSp modSp mod modClrScheme chgLayout">
        <pc:chgData name="Vachas Ketan Shah" userId="S::vachas.shah@accionlabs.com::10b1b334-1db7-4454-9470-d81387e3839f" providerId="AD" clId="Web-{2CC8118E-0FB2-896B-03BD-1329D031BF1E}" dt="2025-03-05T10:58:56.428" v="233" actId="1076"/>
        <pc:sldMkLst>
          <pc:docMk/>
          <pc:sldMk cId="1079432290" sldId="266"/>
        </pc:sldMkLst>
        <pc:spChg chg="mod ord">
          <ac:chgData name="Vachas Ketan Shah" userId="S::vachas.shah@accionlabs.com::10b1b334-1db7-4454-9470-d81387e3839f" providerId="AD" clId="Web-{2CC8118E-0FB2-896B-03BD-1329D031BF1E}" dt="2025-03-05T10:39:12.036" v="19" actId="20577"/>
          <ac:spMkLst>
            <pc:docMk/>
            <pc:sldMk cId="1079432290" sldId="266"/>
            <ac:spMk id="2" creationId="{0953BD17-A7FE-4352-9D7A-10482C6865A6}"/>
          </ac:spMkLst>
        </pc:spChg>
        <pc:spChg chg="mod ord">
          <ac:chgData name="Vachas Ketan Shah" userId="S::vachas.shah@accionlabs.com::10b1b334-1db7-4454-9470-d81387e3839f" providerId="AD" clId="Web-{2CC8118E-0FB2-896B-03BD-1329D031BF1E}" dt="2025-03-05T10:56:53.223" v="219" actId="20577"/>
          <ac:spMkLst>
            <pc:docMk/>
            <pc:sldMk cId="1079432290" sldId="266"/>
            <ac:spMk id="3" creationId="{4B3C1D5B-11AC-48D7-B0A0-63BC88617D64}"/>
          </ac:spMkLst>
        </pc:spChg>
        <pc:grpChg chg="del">
          <ac:chgData name="Vachas Ketan Shah" userId="S::vachas.shah@accionlabs.com::10b1b334-1db7-4454-9470-d81387e3839f" providerId="AD" clId="Web-{2CC8118E-0FB2-896B-03BD-1329D031BF1E}" dt="2025-03-05T10:42:15.429" v="24"/>
          <ac:grpSpMkLst>
            <pc:docMk/>
            <pc:sldMk cId="1079432290" sldId="266"/>
            <ac:grpSpMk id="6" creationId="{6A2CDB1F-3214-48AA-BFD2-B07A50E4AA07}"/>
          </ac:grpSpMkLst>
        </pc:grpChg>
        <pc:graphicFrameChg chg="add del mod modGraphic">
          <ac:chgData name="Vachas Ketan Shah" userId="S::vachas.shah@accionlabs.com::10b1b334-1db7-4454-9470-d81387e3839f" providerId="AD" clId="Web-{2CC8118E-0FB2-896B-03BD-1329D031BF1E}" dt="2025-03-05T10:58:56.428" v="233" actId="1076"/>
          <ac:graphicFrameMkLst>
            <pc:docMk/>
            <pc:sldMk cId="1079432290" sldId="266"/>
            <ac:graphicFrameMk id="12" creationId="{BB96ABBC-0B01-F965-53C4-93BE04B8E3D0}"/>
          </ac:graphicFrameMkLst>
        </pc:graphicFrameChg>
        <pc:picChg chg="add del mod">
          <ac:chgData name="Vachas Ketan Shah" userId="S::vachas.shah@accionlabs.com::10b1b334-1db7-4454-9470-d81387e3839f" providerId="AD" clId="Web-{2CC8118E-0FB2-896B-03BD-1329D031BF1E}" dt="2025-03-05T10:55:16.237" v="188"/>
          <ac:picMkLst>
            <pc:docMk/>
            <pc:sldMk cId="1079432290" sldId="266"/>
            <ac:picMk id="7" creationId="{0E4988DD-D159-DEA9-C84A-F536398C96B7}"/>
          </ac:picMkLst>
        </pc:picChg>
        <pc:cxnChg chg="mod">
          <ac:chgData name="Vachas Ketan Shah" userId="S::vachas.shah@accionlabs.com::10b1b334-1db7-4454-9470-d81387e3839f" providerId="AD" clId="Web-{2CC8118E-0FB2-896B-03BD-1329D031BF1E}" dt="2025-03-05T10:42:15.429" v="24"/>
          <ac:cxnSpMkLst>
            <pc:docMk/>
            <pc:sldMk cId="1079432290" sldId="266"/>
            <ac:cxnSpMk id="43" creationId="{57A3E56E-E685-2247-8CF5-4CD8E329F880}"/>
          </ac:cxnSpMkLst>
        </pc:cxnChg>
      </pc:sldChg>
      <pc:sldChg chg="addSp delSp modSp add replId">
        <pc:chgData name="Vachas Ketan Shah" userId="S::vachas.shah@accionlabs.com::10b1b334-1db7-4454-9470-d81387e3839f" providerId="AD" clId="Web-{2CC8118E-0FB2-896B-03BD-1329D031BF1E}" dt="2025-03-05T11:14:22.504" v="455" actId="20577"/>
        <pc:sldMkLst>
          <pc:docMk/>
          <pc:sldMk cId="848270875" sldId="267"/>
        </pc:sldMkLst>
        <pc:spChg chg="mod">
          <ac:chgData name="Vachas Ketan Shah" userId="S::vachas.shah@accionlabs.com::10b1b334-1db7-4454-9470-d81387e3839f" providerId="AD" clId="Web-{2CC8118E-0FB2-896B-03BD-1329D031BF1E}" dt="2025-03-05T10:54:57.143" v="185" actId="14100"/>
          <ac:spMkLst>
            <pc:docMk/>
            <pc:sldMk cId="848270875" sldId="267"/>
            <ac:spMk id="2" creationId="{C0C0D467-042E-A0D8-45F4-2259D913AB09}"/>
          </ac:spMkLst>
        </pc:spChg>
        <pc:spChg chg="mod">
          <ac:chgData name="Vachas Ketan Shah" userId="S::vachas.shah@accionlabs.com::10b1b334-1db7-4454-9470-d81387e3839f" providerId="AD" clId="Web-{2CC8118E-0FB2-896B-03BD-1329D031BF1E}" dt="2025-03-05T11:14:22.504" v="455" actId="20577"/>
          <ac:spMkLst>
            <pc:docMk/>
            <pc:sldMk cId="848270875" sldId="267"/>
            <ac:spMk id="3" creationId="{CAB02F2E-AEC7-8026-F1CC-E2C6E0EA3CDC}"/>
          </ac:spMkLst>
        </pc:spChg>
        <pc:graphicFrameChg chg="del">
          <ac:chgData name="Vachas Ketan Shah" userId="S::vachas.shah@accionlabs.com::10b1b334-1db7-4454-9470-d81387e3839f" providerId="AD" clId="Web-{2CC8118E-0FB2-896B-03BD-1329D031BF1E}" dt="2025-03-05T10:55:03.222" v="186"/>
          <ac:graphicFrameMkLst>
            <pc:docMk/>
            <pc:sldMk cId="848270875" sldId="267"/>
            <ac:graphicFrameMk id="12" creationId="{1FD46C8C-1B2F-3E85-3392-00870C357427}"/>
          </ac:graphicFrameMkLst>
        </pc:graphicFrameChg>
        <pc:picChg chg="add mod">
          <ac:chgData name="Vachas Ketan Shah" userId="S::vachas.shah@accionlabs.com::10b1b334-1db7-4454-9470-d81387e3839f" providerId="AD" clId="Web-{2CC8118E-0FB2-896B-03BD-1329D031BF1E}" dt="2025-03-05T10:58:37.646" v="232" actId="1076"/>
          <ac:picMkLst>
            <pc:docMk/>
            <pc:sldMk cId="848270875" sldId="267"/>
            <ac:picMk id="4" creationId="{67DA6C73-37E5-2A64-6543-B2EAF0A68F42}"/>
          </ac:picMkLst>
        </pc:picChg>
        <pc:picChg chg="del">
          <ac:chgData name="Vachas Ketan Shah" userId="S::vachas.shah@accionlabs.com::10b1b334-1db7-4454-9470-d81387e3839f" providerId="AD" clId="Web-{2CC8118E-0FB2-896B-03BD-1329D031BF1E}" dt="2025-03-05T10:55:03.894" v="187"/>
          <ac:picMkLst>
            <pc:docMk/>
            <pc:sldMk cId="848270875" sldId="267"/>
            <ac:picMk id="7" creationId="{9FA57285-C108-2351-37E3-4961FB8EEBA0}"/>
          </ac:picMkLst>
        </pc:picChg>
      </pc:sldChg>
      <pc:sldChg chg="addSp delSp modSp add mod replId modClrScheme chgLayout">
        <pc:chgData name="Vachas Ketan Shah" userId="S::vachas.shah@accionlabs.com::10b1b334-1db7-4454-9470-d81387e3839f" providerId="AD" clId="Web-{2CC8118E-0FB2-896B-03BD-1329D031BF1E}" dt="2025-03-05T11:25:37.060" v="687" actId="20577"/>
        <pc:sldMkLst>
          <pc:docMk/>
          <pc:sldMk cId="3358356350" sldId="268"/>
        </pc:sldMkLst>
        <pc:spChg chg="mod">
          <ac:chgData name="Vachas Ketan Shah" userId="S::vachas.shah@accionlabs.com::10b1b334-1db7-4454-9470-d81387e3839f" providerId="AD" clId="Web-{2CC8118E-0FB2-896B-03BD-1329D031BF1E}" dt="2025-03-05T11:17:28.834" v="644" actId="20577"/>
          <ac:spMkLst>
            <pc:docMk/>
            <pc:sldMk cId="3358356350" sldId="268"/>
            <ac:spMk id="2" creationId="{F28A7C7A-0C0A-3725-4125-A6F02979014D}"/>
          </ac:spMkLst>
        </pc:spChg>
        <pc:spChg chg="del mod ord">
          <ac:chgData name="Vachas Ketan Shah" userId="S::vachas.shah@accionlabs.com::10b1b334-1db7-4454-9470-d81387e3839f" providerId="AD" clId="Web-{2CC8118E-0FB2-896B-03BD-1329D031BF1E}" dt="2025-03-05T11:10:46.376" v="427"/>
          <ac:spMkLst>
            <pc:docMk/>
            <pc:sldMk cId="3358356350" sldId="268"/>
            <ac:spMk id="3" creationId="{53AD067F-0DCF-BDD8-5CF3-C0684193C709}"/>
          </ac:spMkLst>
        </pc:spChg>
        <pc:spChg chg="add del mod">
          <ac:chgData name="Vachas Ketan Shah" userId="S::vachas.shah@accionlabs.com::10b1b334-1db7-4454-9470-d81387e3839f" providerId="AD" clId="Web-{2CC8118E-0FB2-896B-03BD-1329D031BF1E}" dt="2025-03-05T11:10:51.501" v="428"/>
          <ac:spMkLst>
            <pc:docMk/>
            <pc:sldMk cId="3358356350" sldId="268"/>
            <ac:spMk id="10" creationId="{07ADEA31-39D6-D728-0BF3-A7E77F8457AB}"/>
          </ac:spMkLst>
        </pc:spChg>
        <pc:spChg chg="add del mod">
          <ac:chgData name="Vachas Ketan Shah" userId="S::vachas.shah@accionlabs.com::10b1b334-1db7-4454-9470-d81387e3839f" providerId="AD" clId="Web-{2CC8118E-0FB2-896B-03BD-1329D031BF1E}" dt="2025-03-05T11:03:19.979" v="240"/>
          <ac:spMkLst>
            <pc:docMk/>
            <pc:sldMk cId="3358356350" sldId="268"/>
            <ac:spMk id="11" creationId="{293F272B-34B0-6A38-1972-A6865CD3E59C}"/>
          </ac:spMkLst>
        </pc:spChg>
        <pc:spChg chg="add del">
          <ac:chgData name="Vachas Ketan Shah" userId="S::vachas.shah@accionlabs.com::10b1b334-1db7-4454-9470-d81387e3839f" providerId="AD" clId="Web-{2CC8118E-0FB2-896B-03BD-1329D031BF1E}" dt="2025-03-05T11:11:16.392" v="431"/>
          <ac:spMkLst>
            <pc:docMk/>
            <pc:sldMk cId="3358356350" sldId="268"/>
            <ac:spMk id="12" creationId="{9FC27259-607C-F4A3-492E-999D9927A8B3}"/>
          </ac:spMkLst>
        </pc:spChg>
        <pc:spChg chg="add del mod">
          <ac:chgData name="Vachas Ketan Shah" userId="S::vachas.shah@accionlabs.com::10b1b334-1db7-4454-9470-d81387e3839f" providerId="AD" clId="Web-{2CC8118E-0FB2-896B-03BD-1329D031BF1E}" dt="2025-03-05T11:03:19.979" v="240"/>
          <ac:spMkLst>
            <pc:docMk/>
            <pc:sldMk cId="3358356350" sldId="268"/>
            <ac:spMk id="13" creationId="{C54ADCE6-E096-4341-0600-28BFA78E572E}"/>
          </ac:spMkLst>
        </pc:spChg>
        <pc:spChg chg="add mod">
          <ac:chgData name="Vachas Ketan Shah" userId="S::vachas.shah@accionlabs.com::10b1b334-1db7-4454-9470-d81387e3839f" providerId="AD" clId="Web-{2CC8118E-0FB2-896B-03BD-1329D031BF1E}" dt="2025-03-05T11:11:58.330" v="452" actId="1076"/>
          <ac:spMkLst>
            <pc:docMk/>
            <pc:sldMk cId="3358356350" sldId="268"/>
            <ac:spMk id="14" creationId="{83ACE05C-F877-BE5A-5EE9-B4F44B726629}"/>
          </ac:spMkLst>
        </pc:spChg>
        <pc:spChg chg="add del mod">
          <ac:chgData name="Vachas Ketan Shah" userId="S::vachas.shah@accionlabs.com::10b1b334-1db7-4454-9470-d81387e3839f" providerId="AD" clId="Web-{2CC8118E-0FB2-896B-03BD-1329D031BF1E}" dt="2025-03-05T11:03:19.979" v="240"/>
          <ac:spMkLst>
            <pc:docMk/>
            <pc:sldMk cId="3358356350" sldId="268"/>
            <ac:spMk id="15" creationId="{87DDA120-7CA0-2538-D7B7-A95E13D3A2D9}"/>
          </ac:spMkLst>
        </pc:spChg>
        <pc:spChg chg="add mod">
          <ac:chgData name="Vachas Ketan Shah" userId="S::vachas.shah@accionlabs.com::10b1b334-1db7-4454-9470-d81387e3839f" providerId="AD" clId="Web-{2CC8118E-0FB2-896B-03BD-1329D031BF1E}" dt="2025-03-05T11:25:37.060" v="687" actId="20577"/>
          <ac:spMkLst>
            <pc:docMk/>
            <pc:sldMk cId="3358356350" sldId="268"/>
            <ac:spMk id="16" creationId="{D32C0224-2884-50F5-841A-3EEF029ACE87}"/>
          </ac:spMkLst>
        </pc:spChg>
        <pc:graphicFrameChg chg="add del mod">
          <ac:chgData name="Vachas Ketan Shah" userId="S::vachas.shah@accionlabs.com::10b1b334-1db7-4454-9470-d81387e3839f" providerId="AD" clId="Web-{2CC8118E-0FB2-896B-03BD-1329D031BF1E}" dt="2025-03-05T11:03:35.041" v="242"/>
          <ac:graphicFrameMkLst>
            <pc:docMk/>
            <pc:sldMk cId="3358356350" sldId="268"/>
            <ac:graphicFrameMk id="6" creationId="{5F6D2CBA-E0D3-71CC-78C3-D4DD4C862E01}"/>
          </ac:graphicFrameMkLst>
        </pc:graphicFrameChg>
        <pc:graphicFrameChg chg="add mod modGraphic">
          <ac:chgData name="Vachas Ketan Shah" userId="S::vachas.shah@accionlabs.com::10b1b334-1db7-4454-9470-d81387e3839f" providerId="AD" clId="Web-{2CC8118E-0FB2-896B-03BD-1329D031BF1E}" dt="2025-03-05T11:11:07.282" v="429" actId="1076"/>
          <ac:graphicFrameMkLst>
            <pc:docMk/>
            <pc:sldMk cId="3358356350" sldId="268"/>
            <ac:graphicFrameMk id="8" creationId="{1728F620-EC33-F7EC-8459-BC9DC65375AE}"/>
          </ac:graphicFrameMkLst>
        </pc:graphicFrameChg>
        <pc:picChg chg="del">
          <ac:chgData name="Vachas Ketan Shah" userId="S::vachas.shah@accionlabs.com::10b1b334-1db7-4454-9470-d81387e3839f" providerId="AD" clId="Web-{2CC8118E-0FB2-896B-03BD-1329D031BF1E}" dt="2025-03-05T11:02:49.213" v="235"/>
          <ac:picMkLst>
            <pc:docMk/>
            <pc:sldMk cId="3358356350" sldId="268"/>
            <ac:picMk id="4" creationId="{1904A7D9-60CE-901E-BBB4-1D6AB795B782}"/>
          </ac:picMkLst>
        </pc:picChg>
      </pc:sldChg>
      <pc:sldChg chg="addSp delSp modSp add replId">
        <pc:chgData name="Vachas Ketan Shah" userId="S::vachas.shah@accionlabs.com::10b1b334-1db7-4454-9470-d81387e3839f" providerId="AD" clId="Web-{2CC8118E-0FB2-896B-03BD-1329D031BF1E}" dt="2025-03-05T11:17:06.209" v="640"/>
        <pc:sldMkLst>
          <pc:docMk/>
          <pc:sldMk cId="1025458399" sldId="269"/>
        </pc:sldMkLst>
        <pc:spChg chg="mod">
          <ac:chgData name="Vachas Ketan Shah" userId="S::vachas.shah@accionlabs.com::10b1b334-1db7-4454-9470-d81387e3839f" providerId="AD" clId="Web-{2CC8118E-0FB2-896B-03BD-1329D031BF1E}" dt="2025-03-05T11:15:58.802" v="473" actId="20577"/>
          <ac:spMkLst>
            <pc:docMk/>
            <pc:sldMk cId="1025458399" sldId="269"/>
            <ac:spMk id="2" creationId="{56A891C1-9EE6-E001-2942-C21E588045EE}"/>
          </ac:spMkLst>
        </pc:spChg>
        <pc:spChg chg="del mod">
          <ac:chgData name="Vachas Ketan Shah" userId="S::vachas.shah@accionlabs.com::10b1b334-1db7-4454-9470-d81387e3839f" providerId="AD" clId="Web-{2CC8118E-0FB2-896B-03BD-1329D031BF1E}" dt="2025-03-05T11:15:27.239" v="467"/>
          <ac:spMkLst>
            <pc:docMk/>
            <pc:sldMk cId="1025458399" sldId="269"/>
            <ac:spMk id="14" creationId="{5A17C370-4B0F-5A2C-88C0-439C53A43787}"/>
          </ac:spMkLst>
        </pc:spChg>
        <pc:graphicFrameChg chg="add mod modGraphic">
          <ac:chgData name="Vachas Ketan Shah" userId="S::vachas.shah@accionlabs.com::10b1b334-1db7-4454-9470-d81387e3839f" providerId="AD" clId="Web-{2CC8118E-0FB2-896B-03BD-1329D031BF1E}" dt="2025-03-05T11:17:06.209" v="640"/>
          <ac:graphicFrameMkLst>
            <pc:docMk/>
            <pc:sldMk cId="1025458399" sldId="269"/>
            <ac:graphicFrameMk id="4" creationId="{E6F4E6D4-BBBA-B59D-044B-54912FDFD17E}"/>
          </ac:graphicFrameMkLst>
        </pc:graphicFrameChg>
        <pc:graphicFrameChg chg="del">
          <ac:chgData name="Vachas Ketan Shah" userId="S::vachas.shah@accionlabs.com::10b1b334-1db7-4454-9470-d81387e3839f" providerId="AD" clId="Web-{2CC8118E-0FB2-896B-03BD-1329D031BF1E}" dt="2025-03-05T11:14:30.348" v="457"/>
          <ac:graphicFrameMkLst>
            <pc:docMk/>
            <pc:sldMk cId="1025458399" sldId="269"/>
            <ac:graphicFrameMk id="8" creationId="{5ABF846F-1A86-4F3E-2244-9BAD0BF5048D}"/>
          </ac:graphicFrameMkLst>
        </pc:graphicFrameChg>
      </pc:sldChg>
      <pc:sldChg chg="delSp modSp new del">
        <pc:chgData name="Vachas Ketan Shah" userId="S::vachas.shah@accionlabs.com::10b1b334-1db7-4454-9470-d81387e3839f" providerId="AD" clId="Web-{2CC8118E-0FB2-896B-03BD-1329D031BF1E}" dt="2025-03-05T11:33:56.833" v="786"/>
        <pc:sldMkLst>
          <pc:docMk/>
          <pc:sldMk cId="2802638125" sldId="270"/>
        </pc:sldMkLst>
        <pc:spChg chg="del">
          <ac:chgData name="Vachas Ketan Shah" userId="S::vachas.shah@accionlabs.com::10b1b334-1db7-4454-9470-d81387e3839f" providerId="AD" clId="Web-{2CC8118E-0FB2-896B-03BD-1329D031BF1E}" dt="2025-03-05T11:29:55.689" v="700"/>
          <ac:spMkLst>
            <pc:docMk/>
            <pc:sldMk cId="2802638125" sldId="270"/>
            <ac:spMk id="2" creationId="{AD67FA81-3EF4-835B-C1DB-56DCDC6EA613}"/>
          </ac:spMkLst>
        </pc:spChg>
        <pc:spChg chg="del">
          <ac:chgData name="Vachas Ketan Shah" userId="S::vachas.shah@accionlabs.com::10b1b334-1db7-4454-9470-d81387e3839f" providerId="AD" clId="Web-{2CC8118E-0FB2-896B-03BD-1329D031BF1E}" dt="2025-03-05T11:30:01.470" v="701"/>
          <ac:spMkLst>
            <pc:docMk/>
            <pc:sldMk cId="2802638125" sldId="270"/>
            <ac:spMk id="4" creationId="{A42815B6-9BD8-5740-FC12-69DAF6BE6C8E}"/>
          </ac:spMkLst>
        </pc:spChg>
        <pc:spChg chg="mod">
          <ac:chgData name="Vachas Ketan Shah" userId="S::vachas.shah@accionlabs.com::10b1b334-1db7-4454-9470-d81387e3839f" providerId="AD" clId="Web-{2CC8118E-0FB2-896B-03BD-1329D031BF1E}" dt="2025-03-05T11:30:42.830" v="703" actId="20577"/>
          <ac:spMkLst>
            <pc:docMk/>
            <pc:sldMk cId="2802638125" sldId="270"/>
            <ac:spMk id="6" creationId="{30C19AD8-8247-C492-CB72-5D50863FC517}"/>
          </ac:spMkLst>
        </pc:spChg>
      </pc:sldChg>
      <pc:sldChg chg="addSp delSp modSp add replId">
        <pc:chgData name="Vachas Ketan Shah" userId="S::vachas.shah@accionlabs.com::10b1b334-1db7-4454-9470-d81387e3839f" providerId="AD" clId="Web-{2CC8118E-0FB2-896B-03BD-1329D031BF1E}" dt="2025-03-05T11:33:49.145" v="785"/>
        <pc:sldMkLst>
          <pc:docMk/>
          <pc:sldMk cId="421190474" sldId="271"/>
        </pc:sldMkLst>
        <pc:spChg chg="mod">
          <ac:chgData name="Vachas Ketan Shah" userId="S::vachas.shah@accionlabs.com::10b1b334-1db7-4454-9470-d81387e3839f" providerId="AD" clId="Web-{2CC8118E-0FB2-896B-03BD-1329D031BF1E}" dt="2025-03-05T11:31:31.221" v="705" actId="20577"/>
          <ac:spMkLst>
            <pc:docMk/>
            <pc:sldMk cId="421190474" sldId="271"/>
            <ac:spMk id="2" creationId="{C2CCFB66-8A98-4B91-BD3B-AFF66FC31299}"/>
          </ac:spMkLst>
        </pc:spChg>
        <pc:graphicFrameChg chg="del">
          <ac:chgData name="Vachas Ketan Shah" userId="S::vachas.shah@accionlabs.com::10b1b334-1db7-4454-9470-d81387e3839f" providerId="AD" clId="Web-{2CC8118E-0FB2-896B-03BD-1329D031BF1E}" dt="2025-03-05T11:31:35.159" v="706"/>
          <ac:graphicFrameMkLst>
            <pc:docMk/>
            <pc:sldMk cId="421190474" sldId="271"/>
            <ac:graphicFrameMk id="4" creationId="{FC83A734-7351-4903-F32E-084F2E5F152E}"/>
          </ac:graphicFrameMkLst>
        </pc:graphicFrameChg>
        <pc:graphicFrameChg chg="add mod modGraphic">
          <ac:chgData name="Vachas Ketan Shah" userId="S::vachas.shah@accionlabs.com::10b1b334-1db7-4454-9470-d81387e3839f" providerId="AD" clId="Web-{2CC8118E-0FB2-896B-03BD-1329D031BF1E}" dt="2025-03-05T11:33:49.145" v="785"/>
          <ac:graphicFrameMkLst>
            <pc:docMk/>
            <pc:sldMk cId="421190474" sldId="271"/>
            <ac:graphicFrameMk id="5" creationId="{61EC2CAA-A0D8-3805-EC6D-9D088B478483}"/>
          </ac:graphicFrameMkLst>
        </pc:graphicFrameChg>
      </pc:sldChg>
      <pc:sldMasterChg chg="del delSldLayout">
        <pc:chgData name="Vachas Ketan Shah" userId="S::vachas.shah@accionlabs.com::10b1b334-1db7-4454-9470-d81387e3839f" providerId="AD" clId="Web-{2CC8118E-0FB2-896B-03BD-1329D031BF1E}" dt="2025-03-05T10:38:08.082" v="0"/>
        <pc:sldMasterMkLst>
          <pc:docMk/>
          <pc:sldMasterMk cId="682915400" sldId="2147483648"/>
        </pc:sldMasterMkLst>
        <pc:sldLayoutChg chg="del">
          <pc:chgData name="Vachas Ketan Shah" userId="S::vachas.shah@accionlabs.com::10b1b334-1db7-4454-9470-d81387e3839f" providerId="AD" clId="Web-{2CC8118E-0FB2-896B-03BD-1329D031BF1E}" dt="2025-03-05T10:38:08.082" v="0"/>
          <pc:sldLayoutMkLst>
            <pc:docMk/>
            <pc:sldMasterMk cId="682915400" sldId="2147483648"/>
            <pc:sldLayoutMk cId="2897201266" sldId="2147483649"/>
          </pc:sldLayoutMkLst>
        </pc:sldLayoutChg>
        <pc:sldLayoutChg chg="del">
          <pc:chgData name="Vachas Ketan Shah" userId="S::vachas.shah@accionlabs.com::10b1b334-1db7-4454-9470-d81387e3839f" providerId="AD" clId="Web-{2CC8118E-0FB2-896B-03BD-1329D031BF1E}" dt="2025-03-05T10:38:08.082" v="0"/>
          <pc:sldLayoutMkLst>
            <pc:docMk/>
            <pc:sldMasterMk cId="682915400" sldId="2147483648"/>
            <pc:sldLayoutMk cId="3362173220" sldId="2147483650"/>
          </pc:sldLayoutMkLst>
        </pc:sldLayoutChg>
        <pc:sldLayoutChg chg="del">
          <pc:chgData name="Vachas Ketan Shah" userId="S::vachas.shah@accionlabs.com::10b1b334-1db7-4454-9470-d81387e3839f" providerId="AD" clId="Web-{2CC8118E-0FB2-896B-03BD-1329D031BF1E}" dt="2025-03-05T10:38:08.082" v="0"/>
          <pc:sldLayoutMkLst>
            <pc:docMk/>
            <pc:sldMasterMk cId="682915400" sldId="2147483648"/>
            <pc:sldLayoutMk cId="2736486502" sldId="2147483651"/>
          </pc:sldLayoutMkLst>
        </pc:sldLayoutChg>
        <pc:sldLayoutChg chg="del">
          <pc:chgData name="Vachas Ketan Shah" userId="S::vachas.shah@accionlabs.com::10b1b334-1db7-4454-9470-d81387e3839f" providerId="AD" clId="Web-{2CC8118E-0FB2-896B-03BD-1329D031BF1E}" dt="2025-03-05T10:38:08.082" v="0"/>
          <pc:sldLayoutMkLst>
            <pc:docMk/>
            <pc:sldMasterMk cId="682915400" sldId="2147483648"/>
            <pc:sldLayoutMk cId="1284014662" sldId="2147483652"/>
          </pc:sldLayoutMkLst>
        </pc:sldLayoutChg>
        <pc:sldLayoutChg chg="del">
          <pc:chgData name="Vachas Ketan Shah" userId="S::vachas.shah@accionlabs.com::10b1b334-1db7-4454-9470-d81387e3839f" providerId="AD" clId="Web-{2CC8118E-0FB2-896B-03BD-1329D031BF1E}" dt="2025-03-05T10:38:08.082" v="0"/>
          <pc:sldLayoutMkLst>
            <pc:docMk/>
            <pc:sldMasterMk cId="682915400" sldId="2147483648"/>
            <pc:sldLayoutMk cId="3793323515" sldId="2147483653"/>
          </pc:sldLayoutMkLst>
        </pc:sldLayoutChg>
        <pc:sldLayoutChg chg="del">
          <pc:chgData name="Vachas Ketan Shah" userId="S::vachas.shah@accionlabs.com::10b1b334-1db7-4454-9470-d81387e3839f" providerId="AD" clId="Web-{2CC8118E-0FB2-896B-03BD-1329D031BF1E}" dt="2025-03-05T10:38:08.082" v="0"/>
          <pc:sldLayoutMkLst>
            <pc:docMk/>
            <pc:sldMasterMk cId="682915400" sldId="2147483648"/>
            <pc:sldLayoutMk cId="3983742511" sldId="2147483654"/>
          </pc:sldLayoutMkLst>
        </pc:sldLayoutChg>
        <pc:sldLayoutChg chg="del">
          <pc:chgData name="Vachas Ketan Shah" userId="S::vachas.shah@accionlabs.com::10b1b334-1db7-4454-9470-d81387e3839f" providerId="AD" clId="Web-{2CC8118E-0FB2-896B-03BD-1329D031BF1E}" dt="2025-03-05T10:38:08.082" v="0"/>
          <pc:sldLayoutMkLst>
            <pc:docMk/>
            <pc:sldMasterMk cId="682915400" sldId="2147483648"/>
            <pc:sldLayoutMk cId="2183066028" sldId="2147483655"/>
          </pc:sldLayoutMkLst>
        </pc:sldLayoutChg>
        <pc:sldLayoutChg chg="del">
          <pc:chgData name="Vachas Ketan Shah" userId="S::vachas.shah@accionlabs.com::10b1b334-1db7-4454-9470-d81387e3839f" providerId="AD" clId="Web-{2CC8118E-0FB2-896B-03BD-1329D031BF1E}" dt="2025-03-05T10:38:08.082" v="0"/>
          <pc:sldLayoutMkLst>
            <pc:docMk/>
            <pc:sldMasterMk cId="682915400" sldId="2147483648"/>
            <pc:sldLayoutMk cId="2630835729" sldId="2147483656"/>
          </pc:sldLayoutMkLst>
        </pc:sldLayoutChg>
        <pc:sldLayoutChg chg="del">
          <pc:chgData name="Vachas Ketan Shah" userId="S::vachas.shah@accionlabs.com::10b1b334-1db7-4454-9470-d81387e3839f" providerId="AD" clId="Web-{2CC8118E-0FB2-896B-03BD-1329D031BF1E}" dt="2025-03-05T10:38:08.082" v="0"/>
          <pc:sldLayoutMkLst>
            <pc:docMk/>
            <pc:sldMasterMk cId="682915400" sldId="2147483648"/>
            <pc:sldLayoutMk cId="4142786686" sldId="2147483657"/>
          </pc:sldLayoutMkLst>
        </pc:sldLayoutChg>
        <pc:sldLayoutChg chg="del">
          <pc:chgData name="Vachas Ketan Shah" userId="S::vachas.shah@accionlabs.com::10b1b334-1db7-4454-9470-d81387e3839f" providerId="AD" clId="Web-{2CC8118E-0FB2-896B-03BD-1329D031BF1E}" dt="2025-03-05T10:38:08.082" v="0"/>
          <pc:sldLayoutMkLst>
            <pc:docMk/>
            <pc:sldMasterMk cId="682915400" sldId="2147483648"/>
            <pc:sldLayoutMk cId="567066839" sldId="2147483658"/>
          </pc:sldLayoutMkLst>
        </pc:sldLayoutChg>
        <pc:sldLayoutChg chg="del">
          <pc:chgData name="Vachas Ketan Shah" userId="S::vachas.shah@accionlabs.com::10b1b334-1db7-4454-9470-d81387e3839f" providerId="AD" clId="Web-{2CC8118E-0FB2-896B-03BD-1329D031BF1E}" dt="2025-03-05T10:38:08.082" v="0"/>
          <pc:sldLayoutMkLst>
            <pc:docMk/>
            <pc:sldMasterMk cId="682915400" sldId="2147483648"/>
            <pc:sldLayoutMk cId="1156236124" sldId="2147483659"/>
          </pc:sldLayoutMkLst>
        </pc:sldLayoutChg>
      </pc:sldMasterChg>
      <pc:sldMasterChg chg="add del addSldLayout delSldLayout modSldLayout">
        <pc:chgData name="Vachas Ketan Shah" userId="S::vachas.shah@accionlabs.com::10b1b334-1db7-4454-9470-d81387e3839f" providerId="AD" clId="Web-{2CC8118E-0FB2-896B-03BD-1329D031BF1E}" dt="2025-03-05T10:38:21.207" v="1"/>
        <pc:sldMasterMkLst>
          <pc:docMk/>
          <pc:sldMasterMk cId="3189231052" sldId="2147483660"/>
        </pc:sldMasterMkLst>
        <pc:sldLayoutChg chg="add del mod replId">
          <pc:chgData name="Vachas Ketan Shah" userId="S::vachas.shah@accionlabs.com::10b1b334-1db7-4454-9470-d81387e3839f" providerId="AD" clId="Web-{2CC8118E-0FB2-896B-03BD-1329D031BF1E}" dt="2025-03-05T10:38:21.207" v="1"/>
          <pc:sldLayoutMkLst>
            <pc:docMk/>
            <pc:sldMasterMk cId="3189231052" sldId="2147483660"/>
            <pc:sldLayoutMk cId="2139693418" sldId="2147483661"/>
          </pc:sldLayoutMkLst>
        </pc:sldLayoutChg>
        <pc:sldLayoutChg chg="add del mod replId">
          <pc:chgData name="Vachas Ketan Shah" userId="S::vachas.shah@accionlabs.com::10b1b334-1db7-4454-9470-d81387e3839f" providerId="AD" clId="Web-{2CC8118E-0FB2-896B-03BD-1329D031BF1E}" dt="2025-03-05T10:38:21.207" v="1"/>
          <pc:sldLayoutMkLst>
            <pc:docMk/>
            <pc:sldMasterMk cId="3189231052" sldId="2147483660"/>
            <pc:sldLayoutMk cId="2041650474" sldId="2147483662"/>
          </pc:sldLayoutMkLst>
        </pc:sldLayoutChg>
        <pc:sldLayoutChg chg="add del mod replId">
          <pc:chgData name="Vachas Ketan Shah" userId="S::vachas.shah@accionlabs.com::10b1b334-1db7-4454-9470-d81387e3839f" providerId="AD" clId="Web-{2CC8118E-0FB2-896B-03BD-1329D031BF1E}" dt="2025-03-05T10:38:21.207" v="1"/>
          <pc:sldLayoutMkLst>
            <pc:docMk/>
            <pc:sldMasterMk cId="3189231052" sldId="2147483660"/>
            <pc:sldLayoutMk cId="4056336336" sldId="2147483663"/>
          </pc:sldLayoutMkLst>
        </pc:sldLayoutChg>
        <pc:sldLayoutChg chg="add del mod replId">
          <pc:chgData name="Vachas Ketan Shah" userId="S::vachas.shah@accionlabs.com::10b1b334-1db7-4454-9470-d81387e3839f" providerId="AD" clId="Web-{2CC8118E-0FB2-896B-03BD-1329D031BF1E}" dt="2025-03-05T10:38:21.207" v="1"/>
          <pc:sldLayoutMkLst>
            <pc:docMk/>
            <pc:sldMasterMk cId="3189231052" sldId="2147483660"/>
            <pc:sldLayoutMk cId="462176023" sldId="2147483664"/>
          </pc:sldLayoutMkLst>
        </pc:sldLayoutChg>
        <pc:sldLayoutChg chg="add del mod replId">
          <pc:chgData name="Vachas Ketan Shah" userId="S::vachas.shah@accionlabs.com::10b1b334-1db7-4454-9470-d81387e3839f" providerId="AD" clId="Web-{2CC8118E-0FB2-896B-03BD-1329D031BF1E}" dt="2025-03-05T10:38:21.207" v="1"/>
          <pc:sldLayoutMkLst>
            <pc:docMk/>
            <pc:sldMasterMk cId="3189231052" sldId="2147483660"/>
            <pc:sldLayoutMk cId="480771101" sldId="2147483665"/>
          </pc:sldLayoutMkLst>
        </pc:sldLayoutChg>
        <pc:sldLayoutChg chg="add del mod replId">
          <pc:chgData name="Vachas Ketan Shah" userId="S::vachas.shah@accionlabs.com::10b1b334-1db7-4454-9470-d81387e3839f" providerId="AD" clId="Web-{2CC8118E-0FB2-896B-03BD-1329D031BF1E}" dt="2025-03-05T10:38:21.207" v="1"/>
          <pc:sldLayoutMkLst>
            <pc:docMk/>
            <pc:sldMasterMk cId="3189231052" sldId="2147483660"/>
            <pc:sldLayoutMk cId="3907826625" sldId="2147483666"/>
          </pc:sldLayoutMkLst>
        </pc:sldLayoutChg>
        <pc:sldLayoutChg chg="add del mod replId">
          <pc:chgData name="Vachas Ketan Shah" userId="S::vachas.shah@accionlabs.com::10b1b334-1db7-4454-9470-d81387e3839f" providerId="AD" clId="Web-{2CC8118E-0FB2-896B-03BD-1329D031BF1E}" dt="2025-03-05T10:38:21.207" v="1"/>
          <pc:sldLayoutMkLst>
            <pc:docMk/>
            <pc:sldMasterMk cId="3189231052" sldId="2147483660"/>
            <pc:sldLayoutMk cId="46905316" sldId="2147483667"/>
          </pc:sldLayoutMkLst>
        </pc:sldLayoutChg>
        <pc:sldLayoutChg chg="add del mod replId">
          <pc:chgData name="Vachas Ketan Shah" userId="S::vachas.shah@accionlabs.com::10b1b334-1db7-4454-9470-d81387e3839f" providerId="AD" clId="Web-{2CC8118E-0FB2-896B-03BD-1329D031BF1E}" dt="2025-03-05T10:38:21.207" v="1"/>
          <pc:sldLayoutMkLst>
            <pc:docMk/>
            <pc:sldMasterMk cId="3189231052" sldId="2147483660"/>
            <pc:sldLayoutMk cId="688248959" sldId="2147483668"/>
          </pc:sldLayoutMkLst>
        </pc:sldLayoutChg>
        <pc:sldLayoutChg chg="add del mod replId">
          <pc:chgData name="Vachas Ketan Shah" userId="S::vachas.shah@accionlabs.com::10b1b334-1db7-4454-9470-d81387e3839f" providerId="AD" clId="Web-{2CC8118E-0FB2-896B-03BD-1329D031BF1E}" dt="2025-03-05T10:38:21.207" v="1"/>
          <pc:sldLayoutMkLst>
            <pc:docMk/>
            <pc:sldMasterMk cId="3189231052" sldId="2147483660"/>
            <pc:sldLayoutMk cId="32952965" sldId="2147483669"/>
          </pc:sldLayoutMkLst>
        </pc:sldLayoutChg>
        <pc:sldLayoutChg chg="add del mod replId">
          <pc:chgData name="Vachas Ketan Shah" userId="S::vachas.shah@accionlabs.com::10b1b334-1db7-4454-9470-d81387e3839f" providerId="AD" clId="Web-{2CC8118E-0FB2-896B-03BD-1329D031BF1E}" dt="2025-03-05T10:38:21.207" v="1"/>
          <pc:sldLayoutMkLst>
            <pc:docMk/>
            <pc:sldMasterMk cId="3189231052" sldId="2147483660"/>
            <pc:sldLayoutMk cId="502626968" sldId="2147483670"/>
          </pc:sldLayoutMkLst>
        </pc:sldLayoutChg>
        <pc:sldLayoutChg chg="add del mod replId">
          <pc:chgData name="Vachas Ketan Shah" userId="S::vachas.shah@accionlabs.com::10b1b334-1db7-4454-9470-d81387e3839f" providerId="AD" clId="Web-{2CC8118E-0FB2-896B-03BD-1329D031BF1E}" dt="2025-03-05T10:38:21.207" v="1"/>
          <pc:sldLayoutMkLst>
            <pc:docMk/>
            <pc:sldMasterMk cId="3189231052" sldId="2147483660"/>
            <pc:sldLayoutMk cId="4224790630" sldId="2147483671"/>
          </pc:sldLayoutMkLst>
        </pc:sldLayoutChg>
        <pc:sldLayoutChg chg="add del mod replId">
          <pc:chgData name="Vachas Ketan Shah" userId="S::vachas.shah@accionlabs.com::10b1b334-1db7-4454-9470-d81387e3839f" providerId="AD" clId="Web-{2CC8118E-0FB2-896B-03BD-1329D031BF1E}" dt="2025-03-05T10:38:21.207" v="1"/>
          <pc:sldLayoutMkLst>
            <pc:docMk/>
            <pc:sldMasterMk cId="3189231052" sldId="2147483660"/>
            <pc:sldLayoutMk cId="279937406" sldId="2147483672"/>
          </pc:sldLayoutMkLst>
        </pc:sldLayoutChg>
        <pc:sldLayoutChg chg="add del mod replId">
          <pc:chgData name="Vachas Ketan Shah" userId="S::vachas.shah@accionlabs.com::10b1b334-1db7-4454-9470-d81387e3839f" providerId="AD" clId="Web-{2CC8118E-0FB2-896B-03BD-1329D031BF1E}" dt="2025-03-05T10:38:21.207" v="1"/>
          <pc:sldLayoutMkLst>
            <pc:docMk/>
            <pc:sldMasterMk cId="3189231052" sldId="2147483660"/>
            <pc:sldLayoutMk cId="2728681695" sldId="2147483673"/>
          </pc:sldLayoutMkLst>
        </pc:sldLayoutChg>
      </pc:sldMasterChg>
      <pc:sldMasterChg chg="add del addSldLayout delSldLayout modSldLayout">
        <pc:chgData name="Vachas Ketan Shah" userId="S::vachas.shah@accionlabs.com::10b1b334-1db7-4454-9470-d81387e3839f" providerId="AD" clId="Web-{2CC8118E-0FB2-896B-03BD-1329D031BF1E}" dt="2025-03-05T10:38:50.145" v="3"/>
        <pc:sldMasterMkLst>
          <pc:docMk/>
          <pc:sldMasterMk cId="2396235586" sldId="2147483674"/>
        </pc:sldMasterMkLst>
        <pc:sldLayoutChg chg="add del mod replId">
          <pc:chgData name="Vachas Ketan Shah" userId="S::vachas.shah@accionlabs.com::10b1b334-1db7-4454-9470-d81387e3839f" providerId="AD" clId="Web-{2CC8118E-0FB2-896B-03BD-1329D031BF1E}" dt="2025-03-05T10:38:50.145" v="3"/>
          <pc:sldLayoutMkLst>
            <pc:docMk/>
            <pc:sldMasterMk cId="2396235586" sldId="2147483674"/>
            <pc:sldLayoutMk cId="1938572373" sldId="2147483675"/>
          </pc:sldLayoutMkLst>
        </pc:sldLayoutChg>
        <pc:sldLayoutChg chg="add del mod replId">
          <pc:chgData name="Vachas Ketan Shah" userId="S::vachas.shah@accionlabs.com::10b1b334-1db7-4454-9470-d81387e3839f" providerId="AD" clId="Web-{2CC8118E-0FB2-896B-03BD-1329D031BF1E}" dt="2025-03-05T10:38:50.145" v="3"/>
          <pc:sldLayoutMkLst>
            <pc:docMk/>
            <pc:sldMasterMk cId="2396235586" sldId="2147483674"/>
            <pc:sldLayoutMk cId="4080956821" sldId="2147483676"/>
          </pc:sldLayoutMkLst>
        </pc:sldLayoutChg>
        <pc:sldLayoutChg chg="add del mod replId">
          <pc:chgData name="Vachas Ketan Shah" userId="S::vachas.shah@accionlabs.com::10b1b334-1db7-4454-9470-d81387e3839f" providerId="AD" clId="Web-{2CC8118E-0FB2-896B-03BD-1329D031BF1E}" dt="2025-03-05T10:38:50.145" v="3"/>
          <pc:sldLayoutMkLst>
            <pc:docMk/>
            <pc:sldMasterMk cId="2396235586" sldId="2147483674"/>
            <pc:sldLayoutMk cId="425390645" sldId="2147483677"/>
          </pc:sldLayoutMkLst>
        </pc:sldLayoutChg>
        <pc:sldLayoutChg chg="add del mod replId">
          <pc:chgData name="Vachas Ketan Shah" userId="S::vachas.shah@accionlabs.com::10b1b334-1db7-4454-9470-d81387e3839f" providerId="AD" clId="Web-{2CC8118E-0FB2-896B-03BD-1329D031BF1E}" dt="2025-03-05T10:38:50.145" v="3"/>
          <pc:sldLayoutMkLst>
            <pc:docMk/>
            <pc:sldMasterMk cId="2396235586" sldId="2147483674"/>
            <pc:sldLayoutMk cId="3152215725" sldId="2147483678"/>
          </pc:sldLayoutMkLst>
        </pc:sldLayoutChg>
        <pc:sldLayoutChg chg="add del mod replId">
          <pc:chgData name="Vachas Ketan Shah" userId="S::vachas.shah@accionlabs.com::10b1b334-1db7-4454-9470-d81387e3839f" providerId="AD" clId="Web-{2CC8118E-0FB2-896B-03BD-1329D031BF1E}" dt="2025-03-05T10:38:50.145" v="3"/>
          <pc:sldLayoutMkLst>
            <pc:docMk/>
            <pc:sldMasterMk cId="2396235586" sldId="2147483674"/>
            <pc:sldLayoutMk cId="2288954243" sldId="2147483679"/>
          </pc:sldLayoutMkLst>
        </pc:sldLayoutChg>
        <pc:sldLayoutChg chg="add del mod replId">
          <pc:chgData name="Vachas Ketan Shah" userId="S::vachas.shah@accionlabs.com::10b1b334-1db7-4454-9470-d81387e3839f" providerId="AD" clId="Web-{2CC8118E-0FB2-896B-03BD-1329D031BF1E}" dt="2025-03-05T10:38:50.145" v="3"/>
          <pc:sldLayoutMkLst>
            <pc:docMk/>
            <pc:sldMasterMk cId="2396235586" sldId="2147483674"/>
            <pc:sldLayoutMk cId="2936831117" sldId="2147483680"/>
          </pc:sldLayoutMkLst>
        </pc:sldLayoutChg>
        <pc:sldLayoutChg chg="add del mod replId">
          <pc:chgData name="Vachas Ketan Shah" userId="S::vachas.shah@accionlabs.com::10b1b334-1db7-4454-9470-d81387e3839f" providerId="AD" clId="Web-{2CC8118E-0FB2-896B-03BD-1329D031BF1E}" dt="2025-03-05T10:38:50.145" v="3"/>
          <pc:sldLayoutMkLst>
            <pc:docMk/>
            <pc:sldMasterMk cId="2396235586" sldId="2147483674"/>
            <pc:sldLayoutMk cId="4272543575" sldId="2147483681"/>
          </pc:sldLayoutMkLst>
        </pc:sldLayoutChg>
        <pc:sldLayoutChg chg="add del mod replId">
          <pc:chgData name="Vachas Ketan Shah" userId="S::vachas.shah@accionlabs.com::10b1b334-1db7-4454-9470-d81387e3839f" providerId="AD" clId="Web-{2CC8118E-0FB2-896B-03BD-1329D031BF1E}" dt="2025-03-05T10:38:50.145" v="3"/>
          <pc:sldLayoutMkLst>
            <pc:docMk/>
            <pc:sldMasterMk cId="2396235586" sldId="2147483674"/>
            <pc:sldLayoutMk cId="1426210119" sldId="2147483682"/>
          </pc:sldLayoutMkLst>
        </pc:sldLayoutChg>
        <pc:sldLayoutChg chg="add del mod replId">
          <pc:chgData name="Vachas Ketan Shah" userId="S::vachas.shah@accionlabs.com::10b1b334-1db7-4454-9470-d81387e3839f" providerId="AD" clId="Web-{2CC8118E-0FB2-896B-03BD-1329D031BF1E}" dt="2025-03-05T10:38:50.145" v="3"/>
          <pc:sldLayoutMkLst>
            <pc:docMk/>
            <pc:sldMasterMk cId="2396235586" sldId="2147483674"/>
            <pc:sldLayoutMk cId="3022394701" sldId="2147483683"/>
          </pc:sldLayoutMkLst>
        </pc:sldLayoutChg>
        <pc:sldLayoutChg chg="add del mod replId">
          <pc:chgData name="Vachas Ketan Shah" userId="S::vachas.shah@accionlabs.com::10b1b334-1db7-4454-9470-d81387e3839f" providerId="AD" clId="Web-{2CC8118E-0FB2-896B-03BD-1329D031BF1E}" dt="2025-03-05T10:38:50.145" v="3"/>
          <pc:sldLayoutMkLst>
            <pc:docMk/>
            <pc:sldMasterMk cId="2396235586" sldId="2147483674"/>
            <pc:sldLayoutMk cId="3394159437" sldId="2147483684"/>
          </pc:sldLayoutMkLst>
        </pc:sldLayoutChg>
        <pc:sldLayoutChg chg="add del mod replId">
          <pc:chgData name="Vachas Ketan Shah" userId="S::vachas.shah@accionlabs.com::10b1b334-1db7-4454-9470-d81387e3839f" providerId="AD" clId="Web-{2CC8118E-0FB2-896B-03BD-1329D031BF1E}" dt="2025-03-05T10:38:50.145" v="3"/>
          <pc:sldLayoutMkLst>
            <pc:docMk/>
            <pc:sldMasterMk cId="2396235586" sldId="2147483674"/>
            <pc:sldLayoutMk cId="2925894965" sldId="2147483685"/>
          </pc:sldLayoutMkLst>
        </pc:sldLayoutChg>
        <pc:sldLayoutChg chg="add del mod replId">
          <pc:chgData name="Vachas Ketan Shah" userId="S::vachas.shah@accionlabs.com::10b1b334-1db7-4454-9470-d81387e3839f" providerId="AD" clId="Web-{2CC8118E-0FB2-896B-03BD-1329D031BF1E}" dt="2025-03-05T10:38:50.145" v="3"/>
          <pc:sldLayoutMkLst>
            <pc:docMk/>
            <pc:sldMasterMk cId="2396235586" sldId="2147483674"/>
            <pc:sldLayoutMk cId="2026191651" sldId="2147483686"/>
          </pc:sldLayoutMkLst>
        </pc:sldLayoutChg>
        <pc:sldLayoutChg chg="add del mod replId">
          <pc:chgData name="Vachas Ketan Shah" userId="S::vachas.shah@accionlabs.com::10b1b334-1db7-4454-9470-d81387e3839f" providerId="AD" clId="Web-{2CC8118E-0FB2-896B-03BD-1329D031BF1E}" dt="2025-03-05T10:38:50.145" v="3"/>
          <pc:sldLayoutMkLst>
            <pc:docMk/>
            <pc:sldMasterMk cId="2396235586" sldId="2147483674"/>
            <pc:sldLayoutMk cId="2668772914" sldId="2147483687"/>
          </pc:sldLayoutMkLst>
        </pc:sldLayoutChg>
      </pc:sldMasterChg>
      <pc:sldMasterChg chg="add addSldLayout modSldLayout">
        <pc:chgData name="Vachas Ketan Shah" userId="S::vachas.shah@accionlabs.com::10b1b334-1db7-4454-9470-d81387e3839f" providerId="AD" clId="Web-{2CC8118E-0FB2-896B-03BD-1329D031BF1E}" dt="2025-03-05T10:38:50.145" v="3"/>
        <pc:sldMasterMkLst>
          <pc:docMk/>
          <pc:sldMasterMk cId="692026581" sldId="2147483688"/>
        </pc:sldMasterMkLst>
        <pc:sldLayoutChg chg="add mod replId">
          <pc:chgData name="Vachas Ketan Shah" userId="S::vachas.shah@accionlabs.com::10b1b334-1db7-4454-9470-d81387e3839f" providerId="AD" clId="Web-{2CC8118E-0FB2-896B-03BD-1329D031BF1E}" dt="2025-03-05T10:38:50.145" v="3"/>
          <pc:sldLayoutMkLst>
            <pc:docMk/>
            <pc:sldMasterMk cId="692026581" sldId="2147483688"/>
            <pc:sldLayoutMk cId="2880166178" sldId="2147483689"/>
          </pc:sldLayoutMkLst>
        </pc:sldLayoutChg>
        <pc:sldLayoutChg chg="add mod replId">
          <pc:chgData name="Vachas Ketan Shah" userId="S::vachas.shah@accionlabs.com::10b1b334-1db7-4454-9470-d81387e3839f" providerId="AD" clId="Web-{2CC8118E-0FB2-896B-03BD-1329D031BF1E}" dt="2025-03-05T10:38:50.145" v="3"/>
          <pc:sldLayoutMkLst>
            <pc:docMk/>
            <pc:sldMasterMk cId="692026581" sldId="2147483688"/>
            <pc:sldLayoutMk cId="230677441" sldId="2147483690"/>
          </pc:sldLayoutMkLst>
        </pc:sldLayoutChg>
        <pc:sldLayoutChg chg="add mod replId">
          <pc:chgData name="Vachas Ketan Shah" userId="S::vachas.shah@accionlabs.com::10b1b334-1db7-4454-9470-d81387e3839f" providerId="AD" clId="Web-{2CC8118E-0FB2-896B-03BD-1329D031BF1E}" dt="2025-03-05T10:38:50.145" v="3"/>
          <pc:sldLayoutMkLst>
            <pc:docMk/>
            <pc:sldMasterMk cId="692026581" sldId="2147483688"/>
            <pc:sldLayoutMk cId="4257406136" sldId="2147483691"/>
          </pc:sldLayoutMkLst>
        </pc:sldLayoutChg>
        <pc:sldLayoutChg chg="add mod replId">
          <pc:chgData name="Vachas Ketan Shah" userId="S::vachas.shah@accionlabs.com::10b1b334-1db7-4454-9470-d81387e3839f" providerId="AD" clId="Web-{2CC8118E-0FB2-896B-03BD-1329D031BF1E}" dt="2025-03-05T10:38:50.145" v="3"/>
          <pc:sldLayoutMkLst>
            <pc:docMk/>
            <pc:sldMasterMk cId="692026581" sldId="2147483688"/>
            <pc:sldLayoutMk cId="2880209930" sldId="2147483692"/>
          </pc:sldLayoutMkLst>
        </pc:sldLayoutChg>
        <pc:sldLayoutChg chg="add mod replId">
          <pc:chgData name="Vachas Ketan Shah" userId="S::vachas.shah@accionlabs.com::10b1b334-1db7-4454-9470-d81387e3839f" providerId="AD" clId="Web-{2CC8118E-0FB2-896B-03BD-1329D031BF1E}" dt="2025-03-05T10:38:50.145" v="3"/>
          <pc:sldLayoutMkLst>
            <pc:docMk/>
            <pc:sldMasterMk cId="692026581" sldId="2147483688"/>
            <pc:sldLayoutMk cId="2059320091" sldId="2147483693"/>
          </pc:sldLayoutMkLst>
        </pc:sldLayoutChg>
        <pc:sldLayoutChg chg="add mod replId">
          <pc:chgData name="Vachas Ketan Shah" userId="S::vachas.shah@accionlabs.com::10b1b334-1db7-4454-9470-d81387e3839f" providerId="AD" clId="Web-{2CC8118E-0FB2-896B-03BD-1329D031BF1E}" dt="2025-03-05T10:38:50.145" v="3"/>
          <pc:sldLayoutMkLst>
            <pc:docMk/>
            <pc:sldMasterMk cId="692026581" sldId="2147483688"/>
            <pc:sldLayoutMk cId="1199311374" sldId="2147483694"/>
          </pc:sldLayoutMkLst>
        </pc:sldLayoutChg>
        <pc:sldLayoutChg chg="add mod replId">
          <pc:chgData name="Vachas Ketan Shah" userId="S::vachas.shah@accionlabs.com::10b1b334-1db7-4454-9470-d81387e3839f" providerId="AD" clId="Web-{2CC8118E-0FB2-896B-03BD-1329D031BF1E}" dt="2025-03-05T10:38:50.145" v="3"/>
          <pc:sldLayoutMkLst>
            <pc:docMk/>
            <pc:sldMasterMk cId="692026581" sldId="2147483688"/>
            <pc:sldLayoutMk cId="993405801" sldId="2147483695"/>
          </pc:sldLayoutMkLst>
        </pc:sldLayoutChg>
        <pc:sldLayoutChg chg="add mod replId">
          <pc:chgData name="Vachas Ketan Shah" userId="S::vachas.shah@accionlabs.com::10b1b334-1db7-4454-9470-d81387e3839f" providerId="AD" clId="Web-{2CC8118E-0FB2-896B-03BD-1329D031BF1E}" dt="2025-03-05T10:38:50.145" v="3"/>
          <pc:sldLayoutMkLst>
            <pc:docMk/>
            <pc:sldMasterMk cId="692026581" sldId="2147483688"/>
            <pc:sldLayoutMk cId="2086477868" sldId="2147483696"/>
          </pc:sldLayoutMkLst>
        </pc:sldLayoutChg>
        <pc:sldLayoutChg chg="add mod replId">
          <pc:chgData name="Vachas Ketan Shah" userId="S::vachas.shah@accionlabs.com::10b1b334-1db7-4454-9470-d81387e3839f" providerId="AD" clId="Web-{2CC8118E-0FB2-896B-03BD-1329D031BF1E}" dt="2025-03-05T10:38:50.145" v="3"/>
          <pc:sldLayoutMkLst>
            <pc:docMk/>
            <pc:sldMasterMk cId="692026581" sldId="2147483688"/>
            <pc:sldLayoutMk cId="706173092" sldId="2147483697"/>
          </pc:sldLayoutMkLst>
        </pc:sldLayoutChg>
        <pc:sldLayoutChg chg="add mod replId">
          <pc:chgData name="Vachas Ketan Shah" userId="S::vachas.shah@accionlabs.com::10b1b334-1db7-4454-9470-d81387e3839f" providerId="AD" clId="Web-{2CC8118E-0FB2-896B-03BD-1329D031BF1E}" dt="2025-03-05T10:38:50.145" v="3"/>
          <pc:sldLayoutMkLst>
            <pc:docMk/>
            <pc:sldMasterMk cId="692026581" sldId="2147483688"/>
            <pc:sldLayoutMk cId="3100999814" sldId="2147483698"/>
          </pc:sldLayoutMkLst>
        </pc:sldLayoutChg>
        <pc:sldLayoutChg chg="add mod replId">
          <pc:chgData name="Vachas Ketan Shah" userId="S::vachas.shah@accionlabs.com::10b1b334-1db7-4454-9470-d81387e3839f" providerId="AD" clId="Web-{2CC8118E-0FB2-896B-03BD-1329D031BF1E}" dt="2025-03-05T10:38:50.145" v="3"/>
          <pc:sldLayoutMkLst>
            <pc:docMk/>
            <pc:sldMasterMk cId="692026581" sldId="2147483688"/>
            <pc:sldLayoutMk cId="499547157" sldId="2147483699"/>
          </pc:sldLayoutMkLst>
        </pc:sldLayoutChg>
        <pc:sldLayoutChg chg="add mod replId">
          <pc:chgData name="Vachas Ketan Shah" userId="S::vachas.shah@accionlabs.com::10b1b334-1db7-4454-9470-d81387e3839f" providerId="AD" clId="Web-{2CC8118E-0FB2-896B-03BD-1329D031BF1E}" dt="2025-03-05T10:38:50.145" v="3"/>
          <pc:sldLayoutMkLst>
            <pc:docMk/>
            <pc:sldMasterMk cId="692026581" sldId="2147483688"/>
            <pc:sldLayoutMk cId="2945499643" sldId="2147483700"/>
          </pc:sldLayoutMkLst>
        </pc:sldLayoutChg>
      </pc:sldMasterChg>
    </pc:docChg>
  </pc:docChgLst>
  <pc:docChgLst>
    <pc:chgData name="Vachas Ketan Shah" userId="S::vachas.shah@accionlabs.com::10b1b334-1db7-4454-9470-d81387e3839f" providerId="AD" clId="Web-{F5A45731-7D4C-CCFC-893E-6C85D3A1C495}"/>
    <pc:docChg chg="modSld">
      <pc:chgData name="Vachas Ketan Shah" userId="S::vachas.shah@accionlabs.com::10b1b334-1db7-4454-9470-d81387e3839f" providerId="AD" clId="Web-{F5A45731-7D4C-CCFC-893E-6C85D3A1C495}" dt="2025-03-06T04:34:25.582" v="0" actId="20577"/>
      <pc:docMkLst>
        <pc:docMk/>
      </pc:docMkLst>
      <pc:sldChg chg="modSp">
        <pc:chgData name="Vachas Ketan Shah" userId="S::vachas.shah@accionlabs.com::10b1b334-1db7-4454-9470-d81387e3839f" providerId="AD" clId="Web-{F5A45731-7D4C-CCFC-893E-6C85D3A1C495}" dt="2025-03-06T04:34:25.582" v="0" actId="20577"/>
        <pc:sldMkLst>
          <pc:docMk/>
          <pc:sldMk cId="848270875" sldId="267"/>
        </pc:sldMkLst>
        <pc:spChg chg="mod">
          <ac:chgData name="Vachas Ketan Shah" userId="S::vachas.shah@accionlabs.com::10b1b334-1db7-4454-9470-d81387e3839f" providerId="AD" clId="Web-{F5A45731-7D4C-CCFC-893E-6C85D3A1C495}" dt="2025-03-06T04:34:25.582" v="0" actId="20577"/>
          <ac:spMkLst>
            <pc:docMk/>
            <pc:sldMk cId="848270875" sldId="267"/>
            <ac:spMk id="3" creationId="{CAB02F2E-AEC7-8026-F1CC-E2C6E0EA3CD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3DD571-E22F-4A38-B450-8CCBD829A548}" type="datetimeFigureOut">
              <a:rPr lang="en-US"/>
              <a:t>3/5/2025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0C2C40-CB1C-4820-9151-EC51EC2E7E0F}" type="slidenum">
              <a:rPr lang="en-US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058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A0979-F579-4E9B-A675-1F5ABBFF00DB}" type="datetimeFigureOut">
              <a:rPr lang="en-US" dirty="0"/>
              <a:t>3/5/2025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01661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7156E-175E-4DBA-9D21-B772C320F342}" type="datetimeFigureOut">
              <a:rPr lang="en-US" dirty="0"/>
              <a:t>3/5/2025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74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95F6E-3D02-4292-95D1-C62B3126321B}" type="datetimeFigureOut">
              <a:rPr lang="en-US" dirty="0"/>
              <a:t>3/5/2025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74061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B5ACB-D10C-44A8-9570-124370F4CB38}" type="datetimeFigureOut">
              <a:rPr lang="en-US" dirty="0"/>
              <a:t>3/5/2025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02099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4F4-0E7A-4BDE-98C6-AE68FB974645}" type="datetimeFigureOut">
              <a:rPr lang="en-US" dirty="0"/>
              <a:t>3/5/2025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93200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FF1D8-9801-4C4B-92F3-66C9A863BD74}" type="datetimeFigureOut">
              <a:rPr lang="en-US" dirty="0"/>
              <a:t>3/5/2025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93113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FE8FD-B23E-4E1A-83EF-0847EBEA0105}" type="datetimeFigureOut">
              <a:rPr lang="en-US" dirty="0"/>
              <a:t>3/5/2025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34058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F891E-A7C2-465C-AD39-8EDCB0F58E3C}" type="datetimeFigureOut">
              <a:rPr lang="en-US" dirty="0"/>
              <a:t>3/5/2025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64778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F93E5-AFB6-485C-8E3C-32F92A07875F}" type="datetimeFigureOut">
              <a:rPr lang="en-US" dirty="0"/>
              <a:t>3/5/2025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61730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76D0F-5A12-4D0A-80B0-1A6122B61E7B}" type="datetimeFigureOut">
              <a:rPr lang="en-US" dirty="0"/>
              <a:t>3/5/2025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09998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E8C84-89CA-44AB-B0BE-5C91BAF75478}" type="datetimeFigureOut">
              <a:rPr lang="en-US" dirty="0"/>
              <a:t>3/5/2025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95471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2A72F24-C2F4-A848-9526-6DDE3032300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44500" y="1460500"/>
            <a:ext cx="5327904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lnSpc>
                <a:spcPct val="100000"/>
              </a:lnSpc>
              <a:defRPr lang="en-US" sz="14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00000"/>
              </a:lnSpc>
              <a:defRPr lang="en-US" sz="14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00000"/>
              </a:lnSpc>
              <a:defRPr lang="en-US" sz="14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00000"/>
              </a:lnSpc>
              <a:defRPr lang="en-US" sz="14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00000"/>
              </a:lnSpc>
              <a:defRPr lang="en-US"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Click to edit Master text styles</a:t>
            </a:r>
          </a:p>
          <a:p>
            <a:pPr marL="0" lvl="1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Second level</a:t>
            </a:r>
          </a:p>
          <a:p>
            <a:pPr marL="0" lvl="2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Third level</a:t>
            </a:r>
          </a:p>
          <a:p>
            <a:pPr marL="0" lvl="3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Fourth level</a:t>
            </a:r>
          </a:p>
          <a:p>
            <a:pPr marL="0" lvl="4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Fifth level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0B5A9DDA-5C61-C94F-9C1E-F412423AF3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pPr/>
              <a:t>3/5/2025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B9CE1BE-CD51-BD42-A659-2F084EB57D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F2707C4E-5419-8141-80B3-E4B112655C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6D362EF-E079-514F-814C-6085176CA7AD}"/>
              </a:ext>
            </a:extLst>
          </p:cNvPr>
          <p:cNvCxnSpPr>
            <a:cxnSpLocks/>
          </p:cNvCxnSpPr>
          <p:nvPr userDrawn="1"/>
        </p:nvCxnSpPr>
        <p:spPr>
          <a:xfrm>
            <a:off x="533400" y="1104900"/>
            <a:ext cx="11119104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itle 1">
            <a:extLst>
              <a:ext uri="{FF2B5EF4-FFF2-40B4-BE49-F238E27FC236}">
                <a16:creationId xmlns:a16="http://schemas.microsoft.com/office/drawing/2014/main" id="{2AC75DAD-32BC-CC41-8DF4-9E68DB31C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30609"/>
            <a:ext cx="9146972" cy="64008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454996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3A332BE1-279E-4118-9FE3-7952B079A510}" type="datetimeFigureOut">
              <a:rPr lang="en-US" dirty="0"/>
              <a:t>3/5/2025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2026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  <p:sldLayoutId id="2147483700" r:id="rId1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3C1D5B-11AC-48D7-B0A0-63BC88617D6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44500" y="1591673"/>
            <a:ext cx="4225593" cy="4727916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>
              <a:spcAft>
                <a:spcPts val="1200"/>
              </a:spcAft>
              <a:buNone/>
            </a:pPr>
            <a:r>
              <a:rPr lang="en-US" sz="1600" dirty="0">
                <a:ea typeface="+mn-lt"/>
                <a:cs typeface="+mn-lt"/>
              </a:rPr>
              <a:t>Logistic Regression is a classification algorithm used to predict binary outcomes </a:t>
            </a:r>
            <a:r>
              <a:rPr lang="en-US" sz="1600" b="1" dirty="0">
                <a:ea typeface="+mn-lt"/>
                <a:cs typeface="+mn-lt"/>
              </a:rPr>
              <a:t>(e.g., Yes/No, 0/1, Spam/Not Spam)</a:t>
            </a:r>
            <a:r>
              <a:rPr lang="en-US" sz="1600" dirty="0">
                <a:ea typeface="+mn-lt"/>
                <a:cs typeface="+mn-lt"/>
              </a:rPr>
              <a:t>.</a:t>
            </a:r>
            <a:endParaRPr lang="en-US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600" dirty="0">
                <a:ea typeface="+mn-lt"/>
                <a:cs typeface="+mn-lt"/>
              </a:rPr>
              <a:t> It models the probability that a given input belongs to a particular class using the sigmoid function.</a:t>
            </a:r>
            <a:endParaRPr lang="en-US"/>
          </a:p>
          <a:p>
            <a:pPr marL="0" indent="0">
              <a:spcAft>
                <a:spcPts val="1200"/>
              </a:spcAft>
              <a:buNone/>
            </a:pPr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53BD17-A7FE-4352-9D7A-10482C686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12137"/>
            <a:ext cx="9146972" cy="640080"/>
          </a:xfrm>
        </p:spPr>
        <p:txBody>
          <a:bodyPr/>
          <a:lstStyle/>
          <a:p>
            <a:r>
              <a:rPr lang="en-US" dirty="0">
                <a:latin typeface="Segoe UI Semibold"/>
                <a:cs typeface="Segoe UI Semibold"/>
              </a:rPr>
              <a:t>What is Logistic Regression?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BB96ABBC-0B01-F965-53C4-93BE04B8E3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1904080"/>
              </p:ext>
            </p:extLst>
          </p:nvPr>
        </p:nvGraphicFramePr>
        <p:xfrm>
          <a:off x="4665784" y="1594338"/>
          <a:ext cx="7089681" cy="467559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884404">
                  <a:extLst>
                    <a:ext uri="{9D8B030D-6E8A-4147-A177-3AD203B41FA5}">
                      <a16:colId xmlns:a16="http://schemas.microsoft.com/office/drawing/2014/main" val="3213687137"/>
                    </a:ext>
                  </a:extLst>
                </a:gridCol>
                <a:gridCol w="2749378">
                  <a:extLst>
                    <a:ext uri="{9D8B030D-6E8A-4147-A177-3AD203B41FA5}">
                      <a16:colId xmlns:a16="http://schemas.microsoft.com/office/drawing/2014/main" val="3312237430"/>
                    </a:ext>
                  </a:extLst>
                </a:gridCol>
                <a:gridCol w="2455899">
                  <a:extLst>
                    <a:ext uri="{9D8B030D-6E8A-4147-A177-3AD203B41FA5}">
                      <a16:colId xmlns:a16="http://schemas.microsoft.com/office/drawing/2014/main" val="1961637343"/>
                    </a:ext>
                  </a:extLst>
                </a:gridCol>
              </a:tblGrid>
              <a:tr h="339810">
                <a:tc>
                  <a:txBody>
                    <a:bodyPr/>
                    <a:lstStyle/>
                    <a:p>
                      <a:pPr marL="0" indent="0" algn="ctr" rtl="0" fontAlgn="b">
                        <a:buNone/>
                      </a:pPr>
                      <a:r>
                        <a:rPr lang="en-US" sz="1600" b="1" dirty="0">
                          <a:effectLst/>
                        </a:rPr>
                        <a:t>Scenario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rtl="0" fontAlgn="b">
                        <a:buNone/>
                      </a:pPr>
                      <a:r>
                        <a:rPr lang="en-US" sz="1600" b="1" dirty="0">
                          <a:effectLst/>
                        </a:rPr>
                        <a:t>When to Use?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rtl="0" fontAlgn="b">
                        <a:buNone/>
                      </a:pPr>
                      <a:r>
                        <a:rPr lang="en-US" sz="1600" b="1" dirty="0">
                          <a:effectLst/>
                        </a:rPr>
                        <a:t>Why Use It?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8288263"/>
                  </a:ext>
                </a:extLst>
              </a:tr>
              <a:tr h="586945">
                <a:tc>
                  <a:txBody>
                    <a:bodyPr/>
                    <a:lstStyle/>
                    <a:p>
                      <a:pPr marL="0" indent="0" algn="ctr" rtl="0" fontAlgn="b">
                        <a:buNone/>
                      </a:pPr>
                      <a:r>
                        <a:rPr lang="en-US" sz="1600" dirty="0">
                          <a:effectLst/>
                        </a:rPr>
                        <a:t>Binary Classification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rtl="0" fontAlgn="b">
                        <a:buNone/>
                      </a:pPr>
                      <a:r>
                        <a:rPr lang="en-US" sz="1600" dirty="0">
                          <a:effectLst/>
                        </a:rPr>
                        <a:t>When the target variable has only two outcomes (e.g., Yes/No, 0/1)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rtl="0" fontAlgn="b">
                        <a:buNone/>
                      </a:pPr>
                      <a:r>
                        <a:rPr lang="en-US" sz="1600" dirty="0">
                          <a:effectLst/>
                        </a:rPr>
                        <a:t>Predicts the probability of belonging to a class using the sigmoid function</a:t>
                      </a:r>
                    </a:p>
                  </a:txBody>
                  <a:tcPr marL="0" marR="0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612846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marL="0" indent="0" algn="ctr" rtl="0" fontAlgn="b">
                        <a:buNone/>
                      </a:pPr>
                      <a:r>
                        <a:rPr lang="en-US" sz="1600" dirty="0">
                          <a:effectLst/>
                        </a:rPr>
                        <a:t>Linearly Separable Data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rtl="0" fontAlgn="b">
                        <a:buNone/>
                      </a:pPr>
                      <a:r>
                        <a:rPr lang="en-US" sz="1600" dirty="0">
                          <a:effectLst/>
                        </a:rPr>
                        <a:t>When a straight line can separate the two classes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rtl="0" fontAlgn="b">
                        <a:buNone/>
                      </a:pPr>
                      <a:r>
                        <a:rPr lang="en-US" sz="1600" dirty="0">
                          <a:effectLst/>
                        </a:rPr>
                        <a:t>Provides a simple and interpretable decision boundary</a:t>
                      </a:r>
                    </a:p>
                  </a:txBody>
                  <a:tcPr marL="0" marR="0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6911054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marL="0" indent="0" algn="ctr" rtl="0" fontAlgn="b">
                        <a:buNone/>
                      </a:pPr>
                      <a:r>
                        <a:rPr lang="en-US" sz="1600" dirty="0">
                          <a:effectLst/>
                        </a:rPr>
                        <a:t>Probability Estimation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rtl="0" fontAlgn="b">
                        <a:buNone/>
                      </a:pPr>
                      <a:r>
                        <a:rPr lang="en-US" sz="1600" dirty="0">
                          <a:effectLst/>
                        </a:rPr>
                        <a:t>When you need to estimate how confident the model is in its prediction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rtl="0" fontAlgn="b">
                        <a:buNone/>
                      </a:pPr>
                      <a:r>
                        <a:rPr lang="en-US" sz="1600" dirty="0">
                          <a:effectLst/>
                        </a:rPr>
                        <a:t>Outputs probabilities between 0 and 1, useful for decision-making</a:t>
                      </a:r>
                    </a:p>
                  </a:txBody>
                  <a:tcPr marL="0" marR="0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8390763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marL="0" indent="0" algn="ctr" rtl="0" fontAlgn="b">
                        <a:buNone/>
                      </a:pPr>
                      <a:r>
                        <a:rPr lang="en-US" sz="1600" dirty="0">
                          <a:effectLst/>
                        </a:rPr>
                        <a:t>Low Computational Cost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rtl="0" fontAlgn="b">
                        <a:buNone/>
                      </a:pPr>
                      <a:r>
                        <a:rPr lang="en-US" sz="1600" dirty="0">
                          <a:effectLst/>
                        </a:rPr>
                        <a:t>When you need a fast and efficient model for classification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rtl="0" fontAlgn="b">
                        <a:buNone/>
                      </a:pPr>
                      <a:r>
                        <a:rPr lang="en-US" sz="1600" dirty="0">
                          <a:effectLst/>
                        </a:rPr>
                        <a:t>Requires less computing power than complex models like SVM or Neural Networks</a:t>
                      </a:r>
                    </a:p>
                  </a:txBody>
                  <a:tcPr marL="0" marR="0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2282889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marL="0" indent="0" algn="ctr" rtl="0" fontAlgn="b">
                        <a:buNone/>
                      </a:pPr>
                      <a:r>
                        <a:rPr lang="en-US" sz="1600" dirty="0">
                          <a:effectLst/>
                        </a:rPr>
                        <a:t>Interpretability Needed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rtl="0" fontAlgn="b">
                        <a:buNone/>
                      </a:pPr>
                      <a:r>
                        <a:rPr lang="en-US" sz="1600" dirty="0">
                          <a:effectLst/>
                        </a:rPr>
                        <a:t>When you need to understand feature importance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rtl="0" fontAlgn="b">
                        <a:buNone/>
                      </a:pPr>
                      <a:r>
                        <a:rPr lang="en-US" sz="1600" dirty="0">
                          <a:effectLst/>
                        </a:rPr>
                        <a:t>Provides clear coefficients that show how each feature affects the prediction</a:t>
                      </a:r>
                    </a:p>
                  </a:txBody>
                  <a:tcPr marL="0" marR="0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96786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94322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444068-70EE-07FC-3F5E-267F8C8ED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B02F2E-AEC7-8026-F1CC-E2C6E0EA3CD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517054" y="1708905"/>
            <a:ext cx="4975869" cy="472791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spcAft>
                <a:spcPts val="1200"/>
              </a:spcAft>
              <a:buNone/>
            </a:pPr>
            <a:r>
              <a:rPr lang="en-US" sz="1600" dirty="0">
                <a:ea typeface="+mn-lt"/>
                <a:cs typeface="+mn-lt"/>
              </a:rPr>
              <a:t>The sigmoid function is a mathematical function used in logistic regression to transform any real-valued number into a probability between 0 and 1. It ensures that the output of logistic regression is a </a:t>
            </a:r>
            <a:r>
              <a:rPr lang="en-US" sz="1600" dirty="0"/>
              <a:t>valid probability score.</a:t>
            </a:r>
            <a:endParaRPr lang="en-US"/>
          </a:p>
          <a:p>
            <a:pPr>
              <a:buNone/>
            </a:pPr>
            <a:r>
              <a:rPr lang="en-US" b="1" dirty="0"/>
              <a:t>How Does It Work?</a:t>
            </a:r>
          </a:p>
          <a:p>
            <a:pPr>
              <a:buFont typeface="Arial"/>
              <a:buChar char="•"/>
            </a:pPr>
            <a:r>
              <a:rPr lang="en-US" sz="1600" dirty="0">
                <a:ea typeface="+mn-lt"/>
                <a:cs typeface="+mn-lt"/>
              </a:rPr>
              <a:t>Takes input z (a linear combination of features &amp; weights).</a:t>
            </a:r>
            <a:endParaRPr lang="en-US" dirty="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sz="1600" dirty="0">
                <a:ea typeface="+mn-lt"/>
                <a:cs typeface="+mn-lt"/>
              </a:rPr>
              <a:t>Applies the sigmoid formula, squashing z into a range between 0 and 1.</a:t>
            </a:r>
            <a:endParaRPr lang="en-US" dirty="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sz="1600" dirty="0">
                <a:ea typeface="+mn-lt"/>
                <a:cs typeface="+mn-lt"/>
              </a:rPr>
              <a:t>Interprets output as a probability:</a:t>
            </a:r>
            <a:endParaRPr lang="en-US" dirty="0">
              <a:ea typeface="+mn-lt"/>
              <a:cs typeface="+mn-lt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1600" dirty="0">
                <a:ea typeface="+mn-lt"/>
                <a:cs typeface="+mn-lt"/>
              </a:rPr>
              <a:t>If S(z)&gt;0.5S(z) &gt; 0.5S(z)&gt;0.5 → Class 1 (Positive Class)</a:t>
            </a:r>
            <a:endParaRPr lang="en-US" dirty="0">
              <a:ea typeface="+mn-lt"/>
              <a:cs typeface="+mn-lt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1600" dirty="0">
                <a:ea typeface="+mn-lt"/>
                <a:cs typeface="+mn-lt"/>
              </a:rPr>
              <a:t>If S(z)&lt;0.5S(z) &lt; 0.5S(z)&lt;0.5 → Class 0 (Negative Class)</a:t>
            </a:r>
            <a:endParaRPr lang="en-US" dirty="0"/>
          </a:p>
          <a:p>
            <a:pPr marL="0" indent="0">
              <a:spcAft>
                <a:spcPts val="1200"/>
              </a:spcAft>
              <a:buNone/>
            </a:pPr>
            <a:endParaRPr lang="en-US" sz="1600" dirty="0"/>
          </a:p>
          <a:p>
            <a:pPr marL="0" indent="0">
              <a:spcAft>
                <a:spcPts val="1200"/>
              </a:spcAft>
              <a:buNone/>
            </a:pPr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C0D467-042E-A0D8-45F4-2259D913A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12137"/>
            <a:ext cx="10635802" cy="64008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Segoe UI Semibold"/>
                <a:cs typeface="Segoe UI Semibold"/>
              </a:rPr>
              <a:t>What is Sigmoid function and how it works in logistic regression?</a:t>
            </a:r>
          </a:p>
        </p:txBody>
      </p:sp>
      <p:pic>
        <p:nvPicPr>
          <p:cNvPr id="4" name="Picture 3" descr="A graph of a function&#10;&#10;AI-generated content may be incorrect.">
            <a:extLst>
              <a:ext uri="{FF2B5EF4-FFF2-40B4-BE49-F238E27FC236}">
                <a16:creationId xmlns:a16="http://schemas.microsoft.com/office/drawing/2014/main" id="{67DA6C73-37E5-2A64-6543-B2EAF0A68F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714" y="1954457"/>
            <a:ext cx="5800725" cy="4238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2708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AF0B05-318E-BA97-A5B4-F8692543C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A7C7A-0C0A-3725-4125-A6F029790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12137"/>
            <a:ext cx="10635802" cy="64008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Segoe UI Semibold"/>
                <a:cs typeface="Segoe UI Semibold"/>
              </a:rPr>
              <a:t>How does the Logistic Regression for Binary Classification works and What are the properties of Binary Classification ?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728F620-EC33-F7EC-8459-BC9DC65375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9108164"/>
              </p:ext>
            </p:extLst>
          </p:nvPr>
        </p:nvGraphicFramePr>
        <p:xfrm>
          <a:off x="562708" y="2192215"/>
          <a:ext cx="6025457" cy="4024827"/>
        </p:xfrm>
        <a:graphic>
          <a:graphicData uri="http://schemas.openxmlformats.org/drawingml/2006/table">
            <a:tbl>
              <a:tblPr bandRow="1">
                <a:tableStyleId>{073A0DAA-6AF3-43AB-8588-CEC1D06C72B9}</a:tableStyleId>
              </a:tblPr>
              <a:tblGrid>
                <a:gridCol w="2533135">
                  <a:extLst>
                    <a:ext uri="{9D8B030D-6E8A-4147-A177-3AD203B41FA5}">
                      <a16:colId xmlns:a16="http://schemas.microsoft.com/office/drawing/2014/main" val="3768512072"/>
                    </a:ext>
                  </a:extLst>
                </a:gridCol>
                <a:gridCol w="3492322">
                  <a:extLst>
                    <a:ext uri="{9D8B030D-6E8A-4147-A177-3AD203B41FA5}">
                      <a16:colId xmlns:a16="http://schemas.microsoft.com/office/drawing/2014/main" val="205470071"/>
                    </a:ext>
                  </a:extLst>
                </a:gridCol>
              </a:tblGrid>
              <a:tr h="575763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Quire Sans"/>
                        </a:rPr>
                        <a:t>Step</a:t>
                      </a:r>
                      <a:endParaRPr lang="en-US" sz="1400">
                        <a:solidFill>
                          <a:srgbClr val="FFFFFF"/>
                        </a:solidFill>
                        <a:effectLst/>
                        <a:latin typeface="Quire Sans"/>
                      </a:endParaRPr>
                    </a:p>
                  </a:txBody>
                  <a:tcPr marL="54512" marR="24336" marT="15573" marB="116824" anchor="b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Quire Sans"/>
                        </a:rPr>
                        <a:t>Explanation</a:t>
                      </a:r>
                      <a:endParaRPr lang="en-US" sz="1400">
                        <a:solidFill>
                          <a:srgbClr val="FFFFFF"/>
                        </a:solidFill>
                        <a:effectLst/>
                        <a:latin typeface="Quire Sans"/>
                      </a:endParaRPr>
                    </a:p>
                  </a:txBody>
                  <a:tcPr marL="54512" marR="24336" marT="15573" marB="116824" anchor="b"/>
                </a:tc>
                <a:extLst>
                  <a:ext uri="{0D108BD9-81ED-4DB2-BD59-A6C34878D82A}">
                    <a16:rowId xmlns:a16="http://schemas.microsoft.com/office/drawing/2014/main" val="1478446703"/>
                  </a:ext>
                </a:extLst>
              </a:tr>
              <a:tr h="498995">
                <a:tc>
                  <a:txBody>
                    <a:bodyPr/>
                    <a:lstStyle/>
                    <a:p>
                      <a:pPr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400" dirty="0">
                          <a:effectLst/>
                          <a:latin typeface="Quire Sans"/>
                        </a:rPr>
                        <a:t>1. Data Preparation</a:t>
                      </a:r>
                    </a:p>
                  </a:txBody>
                  <a:tcPr marL="54512" marR="24336" marT="15573" marB="116824" anchor="b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400" dirty="0">
                          <a:effectLst/>
                          <a:latin typeface="Quire Sans"/>
                        </a:rPr>
                        <a:t>Clean and preprocess data</a:t>
                      </a:r>
                    </a:p>
                  </a:txBody>
                  <a:tcPr marL="54512" marT="15573" marB="116824" anchor="b"/>
                </a:tc>
                <a:extLst>
                  <a:ext uri="{0D108BD9-81ED-4DB2-BD59-A6C34878D82A}">
                    <a16:rowId xmlns:a16="http://schemas.microsoft.com/office/drawing/2014/main" val="499811152"/>
                  </a:ext>
                </a:extLst>
              </a:tr>
              <a:tr h="509716">
                <a:tc>
                  <a:txBody>
                    <a:bodyPr/>
                    <a:lstStyle/>
                    <a:p>
                      <a:pPr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400" dirty="0">
                          <a:effectLst/>
                          <a:latin typeface="Quire Sans"/>
                        </a:rPr>
                        <a:t>2. Compute Linear Combination</a:t>
                      </a:r>
                      <a:endParaRPr lang="en-US" dirty="0"/>
                    </a:p>
                  </a:txBody>
                  <a:tcPr marL="54512" marR="24336" marT="15573" marB="116824" anchor="b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400" dirty="0">
                          <a:effectLst/>
                          <a:latin typeface="Quire Sans"/>
                        </a:rPr>
                        <a:t>Calculate z=b0+b1X1+...+</a:t>
                      </a:r>
                      <a:r>
                        <a:rPr lang="en-US" sz="1400" err="1">
                          <a:effectLst/>
                          <a:latin typeface="Quire Sans"/>
                        </a:rPr>
                        <a:t>bnXn</a:t>
                      </a:r>
                      <a:endParaRPr lang="en-US" sz="1400">
                        <a:effectLst/>
                        <a:latin typeface="Quire Sans"/>
                      </a:endParaRPr>
                    </a:p>
                  </a:txBody>
                  <a:tcPr marL="54512" marT="15573" marB="116824" anchor="b"/>
                </a:tc>
                <a:extLst>
                  <a:ext uri="{0D108BD9-81ED-4DB2-BD59-A6C34878D82A}">
                    <a16:rowId xmlns:a16="http://schemas.microsoft.com/office/drawing/2014/main" val="832092157"/>
                  </a:ext>
                </a:extLst>
              </a:tr>
              <a:tr h="498995">
                <a:tc>
                  <a:txBody>
                    <a:bodyPr/>
                    <a:lstStyle/>
                    <a:p>
                      <a:pPr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400" dirty="0">
                          <a:effectLst/>
                          <a:latin typeface="Quire Sans"/>
                        </a:rPr>
                        <a:t>3. Apply Sigmoid Function</a:t>
                      </a:r>
                    </a:p>
                  </a:txBody>
                  <a:tcPr marL="54512" marR="24336" marT="15573" marB="116824" anchor="b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400" dirty="0">
                          <a:effectLst/>
                          <a:latin typeface="Quire Sans"/>
                        </a:rPr>
                        <a:t>Convert z into probability P(Y=1)</a:t>
                      </a:r>
                    </a:p>
                  </a:txBody>
                  <a:tcPr marL="54512" marT="15573" marB="116824" anchor="b"/>
                </a:tc>
                <a:extLst>
                  <a:ext uri="{0D108BD9-81ED-4DB2-BD59-A6C34878D82A}">
                    <a16:rowId xmlns:a16="http://schemas.microsoft.com/office/drawing/2014/main" val="4209867663"/>
                  </a:ext>
                </a:extLst>
              </a:tr>
              <a:tr h="498995">
                <a:tc>
                  <a:txBody>
                    <a:bodyPr/>
                    <a:lstStyle/>
                    <a:p>
                      <a:pPr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400" dirty="0">
                          <a:effectLst/>
                          <a:latin typeface="Quire Sans"/>
                        </a:rPr>
                        <a:t>4. Define Decision Boundary</a:t>
                      </a:r>
                    </a:p>
                  </a:txBody>
                  <a:tcPr marL="54512" marR="24336" marT="15573" marB="116824" anchor="b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400" dirty="0">
                          <a:effectLst/>
                          <a:latin typeface="Quire Sans"/>
                        </a:rPr>
                        <a:t>Classify based on threshold (e.g., 0.5)</a:t>
                      </a:r>
                    </a:p>
                  </a:txBody>
                  <a:tcPr marL="54512" marT="15573" marB="116824" anchor="b"/>
                </a:tc>
                <a:extLst>
                  <a:ext uri="{0D108BD9-81ED-4DB2-BD59-A6C34878D82A}">
                    <a16:rowId xmlns:a16="http://schemas.microsoft.com/office/drawing/2014/main" val="1067241435"/>
                  </a:ext>
                </a:extLst>
              </a:tr>
              <a:tr h="432486">
                <a:tc>
                  <a:txBody>
                    <a:bodyPr/>
                    <a:lstStyle/>
                    <a:p>
                      <a:pPr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400" dirty="0">
                          <a:effectLst/>
                          <a:latin typeface="Quire Sans"/>
                        </a:rPr>
                        <a:t>5. Train Model</a:t>
                      </a:r>
                    </a:p>
                  </a:txBody>
                  <a:tcPr marL="54512" marR="24336" marT="15573" marB="116824" anchor="b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400" dirty="0">
                          <a:effectLst/>
                          <a:latin typeface="Quire Sans"/>
                        </a:rPr>
                        <a:t>Learn optimal parameters using Maximum Likelihood</a:t>
                      </a:r>
                    </a:p>
                  </a:txBody>
                  <a:tcPr marL="54512" marT="15573" marB="116824" anchor="b"/>
                </a:tc>
                <a:extLst>
                  <a:ext uri="{0D108BD9-81ED-4DB2-BD59-A6C34878D82A}">
                    <a16:rowId xmlns:a16="http://schemas.microsoft.com/office/drawing/2014/main" val="2564340975"/>
                  </a:ext>
                </a:extLst>
              </a:tr>
              <a:tr h="498995">
                <a:tc>
                  <a:txBody>
                    <a:bodyPr/>
                    <a:lstStyle/>
                    <a:p>
                      <a:pPr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400" dirty="0">
                          <a:effectLst/>
                          <a:latin typeface="Quire Sans"/>
                        </a:rPr>
                        <a:t>6. Make Predictions</a:t>
                      </a:r>
                    </a:p>
                  </a:txBody>
                  <a:tcPr marL="54512" marR="24336" marT="15573" marB="116824" anchor="b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400" dirty="0">
                          <a:effectLst/>
                          <a:latin typeface="Quire Sans"/>
                        </a:rPr>
                        <a:t>Predict probabilities &amp; assign class labels</a:t>
                      </a:r>
                    </a:p>
                  </a:txBody>
                  <a:tcPr marL="54512" marT="15573" marB="116824" anchor="b"/>
                </a:tc>
                <a:extLst>
                  <a:ext uri="{0D108BD9-81ED-4DB2-BD59-A6C34878D82A}">
                    <a16:rowId xmlns:a16="http://schemas.microsoft.com/office/drawing/2014/main" val="1958590031"/>
                  </a:ext>
                </a:extLst>
              </a:tr>
              <a:tr h="498995">
                <a:tc>
                  <a:txBody>
                    <a:bodyPr/>
                    <a:lstStyle/>
                    <a:p>
                      <a:pPr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400" dirty="0">
                          <a:effectLst/>
                          <a:latin typeface="Quire Sans"/>
                        </a:rPr>
                        <a:t>7. Evaluate Model</a:t>
                      </a:r>
                    </a:p>
                  </a:txBody>
                  <a:tcPr marL="54512" marR="24336" marT="15573" marB="116824" anchor="b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400" dirty="0">
                          <a:effectLst/>
                          <a:latin typeface="Quire Sans"/>
                        </a:rPr>
                        <a:t>Use accuracy, confusion matrix, AUC, etc.</a:t>
                      </a:r>
                    </a:p>
                  </a:txBody>
                  <a:tcPr marL="54512" marT="15573" marB="116824" anchor="b"/>
                </a:tc>
                <a:extLst>
                  <a:ext uri="{0D108BD9-81ED-4DB2-BD59-A6C34878D82A}">
                    <a16:rowId xmlns:a16="http://schemas.microsoft.com/office/drawing/2014/main" val="2561420944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83ACE05C-F877-BE5A-5EE9-B4F44B726629}"/>
              </a:ext>
            </a:extLst>
          </p:cNvPr>
          <p:cNvSpPr txBox="1"/>
          <p:nvPr/>
        </p:nvSpPr>
        <p:spPr>
          <a:xfrm>
            <a:off x="562732" y="1530451"/>
            <a:ext cx="595132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Steps of working of Logistic Regression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32C0224-2884-50F5-841A-3EEF029ACE87}"/>
              </a:ext>
            </a:extLst>
          </p:cNvPr>
          <p:cNvSpPr txBox="1"/>
          <p:nvPr/>
        </p:nvSpPr>
        <p:spPr>
          <a:xfrm>
            <a:off x="6759190" y="1535822"/>
            <a:ext cx="4950545" cy="563231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71450" indent="-171450">
              <a:buFont typeface="Arial"/>
              <a:buChar char="•"/>
            </a:pPr>
            <a:r>
              <a:rPr lang="en-US" dirty="0">
                <a:solidFill>
                  <a:srgbClr val="000000"/>
                </a:solidFill>
                <a:latin typeface="Roboto"/>
                <a:ea typeface="Roboto"/>
                <a:cs typeface="Roboto"/>
              </a:rPr>
              <a:t>In logistic regression, the predicted outcome is binary, meaning it follows a</a:t>
            </a:r>
            <a:r>
              <a:rPr lang="en-US" b="1" dirty="0">
                <a:solidFill>
                  <a:srgbClr val="000000"/>
                </a:solidFill>
                <a:latin typeface="Roboto"/>
                <a:ea typeface="Roboto"/>
                <a:cs typeface="Roboto"/>
              </a:rPr>
              <a:t> Bernoulli distribution</a:t>
            </a:r>
            <a:r>
              <a:rPr lang="en-US" dirty="0">
                <a:solidFill>
                  <a:srgbClr val="000000"/>
                </a:solidFill>
                <a:latin typeface="Roboto"/>
                <a:ea typeface="Roboto"/>
                <a:cs typeface="Roboto"/>
              </a:rPr>
              <a:t>. This fits perfectly with logistic regression’s goal of classifying data into two categories.</a:t>
            </a:r>
            <a:endParaRPr lang="en-US">
              <a:solidFill>
                <a:srgbClr val="000000"/>
              </a:solidFill>
            </a:endParaRPr>
          </a:p>
          <a:p>
            <a:endParaRPr lang="en-US" dirty="0">
              <a:solidFill>
                <a:srgbClr val="000000"/>
              </a:solidFill>
              <a:latin typeface="Roboto"/>
              <a:ea typeface="Roboto"/>
              <a:cs typeface="Roboto"/>
            </a:endParaRPr>
          </a:p>
          <a:p>
            <a:pPr marL="171450" indent="-171450">
              <a:buFont typeface="Arial"/>
              <a:buChar char="•"/>
            </a:pPr>
            <a:r>
              <a:rPr lang="en-US" dirty="0">
                <a:solidFill>
                  <a:srgbClr val="000000"/>
                </a:solidFill>
                <a:latin typeface="Roboto"/>
                <a:ea typeface="Roboto"/>
                <a:cs typeface="Roboto"/>
              </a:rPr>
              <a:t>The </a:t>
            </a:r>
            <a:r>
              <a:rPr lang="en-US" b="1" dirty="0">
                <a:solidFill>
                  <a:srgbClr val="000000"/>
                </a:solidFill>
                <a:latin typeface="Roboto"/>
                <a:ea typeface="Roboto"/>
                <a:cs typeface="Roboto"/>
              </a:rPr>
              <a:t>maximum likelihood method</a:t>
            </a:r>
            <a:r>
              <a:rPr lang="en-US" dirty="0">
                <a:solidFill>
                  <a:srgbClr val="000000"/>
                </a:solidFill>
                <a:latin typeface="Roboto"/>
                <a:ea typeface="Roboto"/>
                <a:cs typeface="Roboto"/>
              </a:rPr>
              <a:t> is used to find the best-fit parameters for a logistic regression model. In other words, it adjusts the model to match the data it has seen best, which helps make accurate predictions.</a:t>
            </a:r>
            <a:endParaRPr lang="en-US">
              <a:solidFill>
                <a:srgbClr val="000000"/>
              </a:solidFill>
              <a:latin typeface="Neue Haas Grotesk Text Pro"/>
              <a:ea typeface="Roboto"/>
              <a:cs typeface="Roboto"/>
            </a:endParaRPr>
          </a:p>
          <a:p>
            <a:endParaRPr lang="en-US" dirty="0">
              <a:solidFill>
                <a:srgbClr val="000000"/>
              </a:solidFill>
              <a:latin typeface="Roboto"/>
              <a:ea typeface="Roboto"/>
              <a:cs typeface="Roboto"/>
            </a:endParaRPr>
          </a:p>
          <a:p>
            <a:pPr marL="171450" indent="-171450">
              <a:buFont typeface="Arial"/>
              <a:buChar char="•"/>
            </a:pPr>
            <a:r>
              <a:rPr lang="en-US" dirty="0">
                <a:solidFill>
                  <a:srgbClr val="000000"/>
                </a:solidFill>
                <a:latin typeface="Roboto"/>
                <a:ea typeface="Roboto"/>
                <a:cs typeface="Roboto"/>
              </a:rPr>
              <a:t>Instead of using R squared like in linear regression to measure how well the model fits the data, logistic regression algorithms use concordance. </a:t>
            </a:r>
            <a:r>
              <a:rPr lang="en-US" b="1" dirty="0">
                <a:solidFill>
                  <a:srgbClr val="000000"/>
                </a:solidFill>
                <a:latin typeface="Roboto"/>
                <a:ea typeface="Roboto"/>
                <a:cs typeface="Roboto"/>
              </a:rPr>
              <a:t>Concordance </a:t>
            </a:r>
            <a:r>
              <a:rPr lang="en-US" dirty="0">
                <a:solidFill>
                  <a:srgbClr val="000000"/>
                </a:solidFill>
                <a:latin typeface="Roboto"/>
                <a:ea typeface="Roboto"/>
                <a:cs typeface="Roboto"/>
              </a:rPr>
              <a:t>assesses how well the model ranks the predicted probabilities.</a:t>
            </a:r>
            <a:br>
              <a:rPr lang="en-US" dirty="0"/>
            </a:br>
            <a:endParaRPr lang="en-US">
              <a:solidFill>
                <a:srgbClr val="000000"/>
              </a:solidFill>
            </a:endParaRPr>
          </a:p>
          <a:p>
            <a:pPr algn="l"/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83563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1AE7B4-35BA-3A0E-A5FD-3218B2BC2A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891C1-9EE6-E001-2942-C21E58804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12137"/>
            <a:ext cx="10635802" cy="640080"/>
          </a:xfrm>
        </p:spPr>
        <p:txBody>
          <a:bodyPr>
            <a:normAutofit/>
          </a:bodyPr>
          <a:lstStyle/>
          <a:p>
            <a:r>
              <a:rPr lang="en-US" dirty="0">
                <a:latin typeface="Segoe UI Semibold"/>
                <a:cs typeface="Segoe UI Semibold"/>
              </a:rPr>
              <a:t>What are the Assumptions of Binary Classification ?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6F4E6D4-BBBA-B59D-044B-54912FDFD1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7023544"/>
              </p:ext>
            </p:extLst>
          </p:nvPr>
        </p:nvGraphicFramePr>
        <p:xfrm>
          <a:off x="375138" y="1711568"/>
          <a:ext cx="11441168" cy="441960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2860292">
                  <a:extLst>
                    <a:ext uri="{9D8B030D-6E8A-4147-A177-3AD203B41FA5}">
                      <a16:colId xmlns:a16="http://schemas.microsoft.com/office/drawing/2014/main" val="813422220"/>
                    </a:ext>
                  </a:extLst>
                </a:gridCol>
                <a:gridCol w="2860292">
                  <a:extLst>
                    <a:ext uri="{9D8B030D-6E8A-4147-A177-3AD203B41FA5}">
                      <a16:colId xmlns:a16="http://schemas.microsoft.com/office/drawing/2014/main" val="1239345422"/>
                    </a:ext>
                  </a:extLst>
                </a:gridCol>
                <a:gridCol w="2860292">
                  <a:extLst>
                    <a:ext uri="{9D8B030D-6E8A-4147-A177-3AD203B41FA5}">
                      <a16:colId xmlns:a16="http://schemas.microsoft.com/office/drawing/2014/main" val="1291601953"/>
                    </a:ext>
                  </a:extLst>
                </a:gridCol>
                <a:gridCol w="2860292">
                  <a:extLst>
                    <a:ext uri="{9D8B030D-6E8A-4147-A177-3AD203B41FA5}">
                      <a16:colId xmlns:a16="http://schemas.microsoft.com/office/drawing/2014/main" val="998718640"/>
                    </a:ext>
                  </a:extLst>
                </a:gridCol>
              </a:tblGrid>
              <a:tr h="308918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i="1" dirty="0">
                          <a:effectLst/>
                        </a:rPr>
                        <a:t>Assumption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i="1" dirty="0">
                          <a:effectLst/>
                        </a:rPr>
                        <a:t>Description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i="1" dirty="0">
                          <a:effectLst/>
                        </a:rPr>
                        <a:t>How to Check?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i="1" dirty="0">
                          <a:effectLst/>
                        </a:rPr>
                        <a:t>Solution if Violated</a:t>
                      </a:r>
                    </a:p>
                  </a:txBody>
                  <a:tcPr marL="28575" marR="28575" marT="19050" marB="19050" anchor="b"/>
                </a:tc>
                <a:extLst>
                  <a:ext uri="{0D108BD9-81ED-4DB2-BD59-A6C34878D82A}">
                    <a16:rowId xmlns:a16="http://schemas.microsoft.com/office/drawing/2014/main" val="866977855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/>
                      <a:r>
                        <a:rPr lang="en-US" i="1" dirty="0">
                          <a:effectLst/>
                        </a:rPr>
                        <a:t>Binary Target Variable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i="1" dirty="0">
                          <a:effectLst/>
                        </a:rPr>
                        <a:t>Outcome variable must be 0 or 1.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i="1" dirty="0">
                          <a:effectLst/>
                        </a:rPr>
                        <a:t>Check unique values in target.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i="1" dirty="0">
                          <a:effectLst/>
                        </a:rPr>
                        <a:t>Use multinomial logistic regression for multi-class.</a:t>
                      </a:r>
                    </a:p>
                  </a:txBody>
                  <a:tcPr marL="28575" marR="28575" marT="19050" marB="19050" anchor="b"/>
                </a:tc>
                <a:extLst>
                  <a:ext uri="{0D108BD9-81ED-4DB2-BD59-A6C34878D82A}">
                    <a16:rowId xmlns:a16="http://schemas.microsoft.com/office/drawing/2014/main" val="832393833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/>
                      <a:r>
                        <a:rPr lang="en-US" i="1" dirty="0">
                          <a:effectLst/>
                        </a:rPr>
                        <a:t>Linear Relationship (Log-Odds)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i="1" dirty="0">
                          <a:effectLst/>
                        </a:rPr>
                        <a:t>Features should relate linearly to log-odds.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i="1" dirty="0">
                          <a:effectLst/>
                        </a:rPr>
                        <a:t>Use logit plots.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i="1" dirty="0">
                          <a:effectLst/>
                        </a:rPr>
                        <a:t>Apply polynomial terms or log transformation.</a:t>
                      </a:r>
                    </a:p>
                  </a:txBody>
                  <a:tcPr marL="28575" marR="28575" marT="19050" marB="19050" anchor="b"/>
                </a:tc>
                <a:extLst>
                  <a:ext uri="{0D108BD9-81ED-4DB2-BD59-A6C34878D82A}">
                    <a16:rowId xmlns:a16="http://schemas.microsoft.com/office/drawing/2014/main" val="1102093762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/>
                      <a:r>
                        <a:rPr lang="en-US" i="1" dirty="0">
                          <a:effectLst/>
                        </a:rPr>
                        <a:t>No Multicollinearity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i="1" dirty="0">
                          <a:effectLst/>
                        </a:rPr>
                        <a:t>Features should not be highly correlated.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i="1" dirty="0">
                          <a:effectLst/>
                        </a:rPr>
                        <a:t>Check VIF (&gt;5) or correlation matrix.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i="1" dirty="0">
                          <a:effectLst/>
                        </a:rPr>
                        <a:t>Remove/merge correlated variables.</a:t>
                      </a:r>
                    </a:p>
                  </a:txBody>
                  <a:tcPr marL="28575" marR="28575" marT="19050" marB="19050" anchor="b"/>
                </a:tc>
                <a:extLst>
                  <a:ext uri="{0D108BD9-81ED-4DB2-BD59-A6C34878D82A}">
                    <a16:rowId xmlns:a16="http://schemas.microsoft.com/office/drawing/2014/main" val="3904739413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/>
                      <a:r>
                        <a:rPr lang="en-US" i="1" dirty="0">
                          <a:effectLst/>
                        </a:rPr>
                        <a:t>Sufficient Sample Size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i="1" dirty="0">
                          <a:effectLst/>
                        </a:rPr>
                        <a:t>More data is needed for MLE stability.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i="1" dirty="0">
                          <a:effectLst/>
                        </a:rPr>
                        <a:t>Check observations per feature.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i="1" dirty="0">
                          <a:effectLst/>
                        </a:rPr>
                        <a:t>Collect more data if necessary.</a:t>
                      </a:r>
                    </a:p>
                  </a:txBody>
                  <a:tcPr marL="28575" marR="28575" marT="19050" marB="19050" anchor="b"/>
                </a:tc>
                <a:extLst>
                  <a:ext uri="{0D108BD9-81ED-4DB2-BD59-A6C34878D82A}">
                    <a16:rowId xmlns:a16="http://schemas.microsoft.com/office/drawing/2014/main" val="47698565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/>
                      <a:r>
                        <a:rPr lang="en-US" i="1" dirty="0">
                          <a:effectLst/>
                        </a:rPr>
                        <a:t>No Extreme Outliers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i="1" dirty="0">
                          <a:effectLst/>
                        </a:rPr>
                        <a:t>Outliers can distort the model.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i="1" dirty="0">
                          <a:effectLst/>
                        </a:rPr>
                        <a:t>Boxplot, Z-score, IQR.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i="1" err="1">
                          <a:effectLst/>
                        </a:rPr>
                        <a:t>Winsorization</a:t>
                      </a:r>
                      <a:r>
                        <a:rPr lang="en-US" i="1" dirty="0">
                          <a:effectLst/>
                        </a:rPr>
                        <a:t>, log transformation.</a:t>
                      </a:r>
                    </a:p>
                  </a:txBody>
                  <a:tcPr marL="28575" marR="28575" marT="19050" marB="19050" anchor="b"/>
                </a:tc>
                <a:extLst>
                  <a:ext uri="{0D108BD9-81ED-4DB2-BD59-A6C34878D82A}">
                    <a16:rowId xmlns:a16="http://schemas.microsoft.com/office/drawing/2014/main" val="3930371786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/>
                      <a:r>
                        <a:rPr lang="en-US" i="1" dirty="0">
                          <a:effectLst/>
                        </a:rPr>
                        <a:t>Independent Observations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i="1" dirty="0">
                          <a:effectLst/>
                        </a:rPr>
                        <a:t>No correlation between observations.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i="1" dirty="0">
                          <a:effectLst/>
                        </a:rPr>
                        <a:t>Durbin-Watson test for time-series.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i="1" dirty="0">
                          <a:effectLst/>
                        </a:rPr>
                        <a:t>Use GEE models if needed.</a:t>
                      </a:r>
                    </a:p>
                  </a:txBody>
                  <a:tcPr marL="28575" marR="28575" marT="19050" marB="19050" anchor="b"/>
                </a:tc>
                <a:extLst>
                  <a:ext uri="{0D108BD9-81ED-4DB2-BD59-A6C34878D82A}">
                    <a16:rowId xmlns:a16="http://schemas.microsoft.com/office/drawing/2014/main" val="2670918735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/>
                      <a:r>
                        <a:rPr lang="en-US" i="1" dirty="0">
                          <a:effectLst/>
                        </a:rPr>
                        <a:t>No Omitted Variable Bias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i="1" dirty="0">
                          <a:effectLst/>
                        </a:rPr>
                        <a:t>Important predictors should be included.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i="1" dirty="0">
                          <a:effectLst/>
                        </a:rPr>
                        <a:t>Domain knowledge, feature importance.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i="1" dirty="0">
                          <a:effectLst/>
                        </a:rPr>
                        <a:t>Add missing variables using feature selection.</a:t>
                      </a:r>
                    </a:p>
                  </a:txBody>
                  <a:tcPr marL="28575" marR="28575" marT="19050" marB="19050" anchor="b"/>
                </a:tc>
                <a:extLst>
                  <a:ext uri="{0D108BD9-81ED-4DB2-BD59-A6C34878D82A}">
                    <a16:rowId xmlns:a16="http://schemas.microsoft.com/office/drawing/2014/main" val="37002723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54583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C0C61C-1F4C-4E2F-1E77-329704CF1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CFB66-8A98-4B91-BD3B-AFF66FC312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12137"/>
            <a:ext cx="10635802" cy="640080"/>
          </a:xfrm>
        </p:spPr>
        <p:txBody>
          <a:bodyPr>
            <a:normAutofit/>
          </a:bodyPr>
          <a:lstStyle/>
          <a:p>
            <a:r>
              <a:rPr lang="en-US" dirty="0">
                <a:latin typeface="Neue Haas Grotesk Text Pro"/>
                <a:cs typeface="Segoe UI Semibold"/>
              </a:rPr>
              <a:t>Which Metrics to Use?</a:t>
            </a:r>
            <a:endParaRPr lang="en-US" dirty="0">
              <a:latin typeface="Neue Haas Grotesk Text Pro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1EC2CAA-A0D8-3805-EC6D-9D088B4784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1863150"/>
              </p:ext>
            </p:extLst>
          </p:nvPr>
        </p:nvGraphicFramePr>
        <p:xfrm>
          <a:off x="189066" y="1160585"/>
          <a:ext cx="11816507" cy="524256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2384579">
                  <a:extLst>
                    <a:ext uri="{9D8B030D-6E8A-4147-A177-3AD203B41FA5}">
                      <a16:colId xmlns:a16="http://schemas.microsoft.com/office/drawing/2014/main" val="2823117216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1700873594"/>
                    </a:ext>
                  </a:extLst>
                </a:gridCol>
                <a:gridCol w="6002928">
                  <a:extLst>
                    <a:ext uri="{9D8B030D-6E8A-4147-A177-3AD203B41FA5}">
                      <a16:colId xmlns:a16="http://schemas.microsoft.com/office/drawing/2014/main" val="2118415771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b="1" dirty="0">
                          <a:effectLst/>
                        </a:rPr>
                        <a:t>Metric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b="1" dirty="0">
                          <a:effectLst/>
                        </a:rPr>
                        <a:t>Interpretation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b="1" dirty="0">
                          <a:effectLst/>
                        </a:rPr>
                        <a:t>How to Resolve Issues</a:t>
                      </a: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425845337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dirty="0">
                          <a:effectLst/>
                        </a:rPr>
                        <a:t>Accuracy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dirty="0">
                          <a:effectLst/>
                        </a:rPr>
                        <a:t>Percentage of correct predictions.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dirty="0">
                          <a:effectLst/>
                        </a:rPr>
                        <a:t>Use balanced datasets, consider Precision-Recall tradeoff for imbalanced data.</a:t>
                      </a:r>
                    </a:p>
                  </a:txBody>
                  <a:tcPr marL="0" marR="0" marT="19050" marB="19050" anchor="ctr"/>
                </a:tc>
                <a:extLst>
                  <a:ext uri="{0D108BD9-81ED-4DB2-BD59-A6C34878D82A}">
                    <a16:rowId xmlns:a16="http://schemas.microsoft.com/office/drawing/2014/main" val="3702991653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dirty="0">
                          <a:effectLst/>
                        </a:rPr>
                        <a:t>Confusion Matrix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dirty="0">
                          <a:effectLst/>
                        </a:rPr>
                        <a:t>Shows TP, TN, FP, FN counts.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dirty="0">
                          <a:effectLst/>
                        </a:rPr>
                        <a:t>Analyze False Positives (FP) and False Negatives (FN) to improve Precision &amp; Recall.</a:t>
                      </a:r>
                    </a:p>
                  </a:txBody>
                  <a:tcPr marL="0" marR="0" marT="19050" marB="19050" anchor="ctr"/>
                </a:tc>
                <a:extLst>
                  <a:ext uri="{0D108BD9-81ED-4DB2-BD59-A6C34878D82A}">
                    <a16:rowId xmlns:a16="http://schemas.microsoft.com/office/drawing/2014/main" val="3823876639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dirty="0">
                          <a:effectLst/>
                        </a:rPr>
                        <a:t>Precision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dirty="0">
                          <a:effectLst/>
                        </a:rPr>
                        <a:t>Measures accuracy of positive predictions (Low FP is better).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dirty="0">
                          <a:effectLst/>
                        </a:rPr>
                        <a:t>If Precision is low, reduce False Positives using threshold tuning, feature selection, or regularization.</a:t>
                      </a:r>
                    </a:p>
                  </a:txBody>
                  <a:tcPr marL="0" marR="0" marT="19050" marB="19050" anchor="ctr"/>
                </a:tc>
                <a:extLst>
                  <a:ext uri="{0D108BD9-81ED-4DB2-BD59-A6C34878D82A}">
                    <a16:rowId xmlns:a16="http://schemas.microsoft.com/office/drawing/2014/main" val="2475447702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dirty="0">
                          <a:effectLst/>
                        </a:rPr>
                        <a:t>Recall (Sensitivity)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dirty="0">
                          <a:effectLst/>
                        </a:rPr>
                        <a:t>Measures how many actual positive cases were detected (Low FN is better).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dirty="0">
                          <a:effectLst/>
                        </a:rPr>
                        <a:t>If Recall is low, reduce False Negatives by adjusting the decision threshold, using oversampling (SMOTE) for rare classes.</a:t>
                      </a:r>
                    </a:p>
                  </a:txBody>
                  <a:tcPr marL="0" marR="0" marT="19050" marB="19050" anchor="ctr"/>
                </a:tc>
                <a:extLst>
                  <a:ext uri="{0D108BD9-81ED-4DB2-BD59-A6C34878D82A}">
                    <a16:rowId xmlns:a16="http://schemas.microsoft.com/office/drawing/2014/main" val="926039537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dirty="0">
                          <a:effectLst/>
                        </a:rPr>
                        <a:t>F1-score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dirty="0">
                          <a:effectLst/>
                        </a:rPr>
                        <a:t>Balances Precision &amp; Recall, useful for imbalanced datasets.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dirty="0">
                          <a:effectLst/>
                        </a:rPr>
                        <a:t>If F1-score is low, optimize both Precision &amp; Recall by using better features, hyperparameter tuning, and resampling techniques.</a:t>
                      </a:r>
                    </a:p>
                  </a:txBody>
                  <a:tcPr marL="0" marR="0" marT="19050" marB="19050" anchor="ctr"/>
                </a:tc>
                <a:extLst>
                  <a:ext uri="{0D108BD9-81ED-4DB2-BD59-A6C34878D82A}">
                    <a16:rowId xmlns:a16="http://schemas.microsoft.com/office/drawing/2014/main" val="2219048173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dirty="0">
                          <a:effectLst/>
                        </a:rPr>
                        <a:t>ROC Curve &amp; AUC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dirty="0">
                          <a:effectLst/>
                        </a:rPr>
                        <a:t>Measures model’s ability to distinguish classes (Higher AUC = Better).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dirty="0">
                          <a:effectLst/>
                        </a:rPr>
                        <a:t>If AUC is low, try using more informative features, non-linear models, or ensemble techniques (e.g., Random Forest).</a:t>
                      </a:r>
                    </a:p>
                  </a:txBody>
                  <a:tcPr marL="0" marR="0" marT="19050" marB="19050" anchor="ctr"/>
                </a:tc>
                <a:extLst>
                  <a:ext uri="{0D108BD9-81ED-4DB2-BD59-A6C34878D82A}">
                    <a16:rowId xmlns:a16="http://schemas.microsoft.com/office/drawing/2014/main" val="2431978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dirty="0">
                          <a:effectLst/>
                        </a:rPr>
                        <a:t>Log Loss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dirty="0">
                          <a:effectLst/>
                        </a:rPr>
                        <a:t>Measures probability-based errors (Lower is better).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dirty="0">
                          <a:effectLst/>
                        </a:rPr>
                        <a:t>If Log Loss is high, regularize the model (L1/L2 penalties) or adjust learning rates in case of overfitting.</a:t>
                      </a:r>
                    </a:p>
                  </a:txBody>
                  <a:tcPr marL="0" marR="0" marT="19050" marB="19050" anchor="ctr"/>
                </a:tc>
                <a:extLst>
                  <a:ext uri="{0D108BD9-81ED-4DB2-BD59-A6C34878D82A}">
                    <a16:rowId xmlns:a16="http://schemas.microsoft.com/office/drawing/2014/main" val="38139200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190474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VTI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VanillaVTI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Vanilla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AACC6CF0-9F86-48CC-9C4E-CA578EE0A0A0}" vid="{3BDE51FE-56D6-4100-AFB5-5B4AEDCE2E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6" ma:contentTypeDescription="Create a new document." ma:contentTypeScope="" ma:versionID="ac37c1753acd5e330d2062ccec26ea66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340c7101c92c5120abd06486f9454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A1A6209-623F-4A40-A043-EF97F4DE517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478DEAE-E0CA-42BB-BA2E-F6A39AAEB4B0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D8CC2A95-AB18-4E2B-BAAB-ED507F826E2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Mind map</Template>
  <TotalTime>0</TotalTime>
  <Words>199</Words>
  <Application>Microsoft Office PowerPoint</Application>
  <PresentationFormat>Widescreen</PresentationFormat>
  <Paragraphs>78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VanillaVTI</vt:lpstr>
      <vt:lpstr>What is Logistic Regression?</vt:lpstr>
      <vt:lpstr>What is Sigmoid function and how it works in logistic regression?</vt:lpstr>
      <vt:lpstr>How does the Logistic Regression for Binary Classification works and What are the properties of Binary Classification ?</vt:lpstr>
      <vt:lpstr>What are the Assumptions of Binary Classification ?</vt:lpstr>
      <vt:lpstr>Which Metrics to Use?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199</cp:revision>
  <dcterms:created xsi:type="dcterms:W3CDTF">2025-03-05T10:36:26Z</dcterms:created>
  <dcterms:modified xsi:type="dcterms:W3CDTF">2025-03-06T04:34:35Z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