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198D21-07CB-AF38-5F21-92EBD9D0E70A}" v="2" dt="2025-03-12T17:39:11.778"/>
    <p1510:client id="{9D1A1B25-9BF3-7BD9-462E-A3175C6B0C23}" v="10" dt="2025-03-12T19:23:37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chas Ketan Shah" userId="S::vachas.shah@accionlabs.com::10b1b334-1db7-4454-9470-d81387e3839f" providerId="AD" clId="Web-{9D1A1B25-9BF3-7BD9-462E-A3175C6B0C23}"/>
    <pc:docChg chg="delSld modSld addMainMaster delMainMaster">
      <pc:chgData name="Vachas Ketan Shah" userId="S::vachas.shah@accionlabs.com::10b1b334-1db7-4454-9470-d81387e3839f" providerId="AD" clId="Web-{9D1A1B25-9BF3-7BD9-462E-A3175C6B0C23}" dt="2025-03-12T19:28:15.536" v="99" actId="1076"/>
      <pc:docMkLst>
        <pc:docMk/>
      </pc:docMkLst>
      <pc:sldChg chg="addSp modSp mod setBg modClrScheme chgLayout">
        <pc:chgData name="Vachas Ketan Shah" userId="S::vachas.shah@accionlabs.com::10b1b334-1db7-4454-9470-d81387e3839f" providerId="AD" clId="Web-{9D1A1B25-9BF3-7BD9-462E-A3175C6B0C23}" dt="2025-03-12T19:15:15.132" v="1"/>
        <pc:sldMkLst>
          <pc:docMk/>
          <pc:sldMk cId="0" sldId="256"/>
        </pc:sldMkLst>
        <pc:spChg chg="mod ord">
          <ac:chgData name="Vachas Ketan Shah" userId="S::vachas.shah@accionlabs.com::10b1b334-1db7-4454-9470-d81387e3839f" providerId="AD" clId="Web-{9D1A1B25-9BF3-7BD9-462E-A3175C6B0C23}" dt="2025-03-12T19:15:15.132" v="1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Vachas Ketan Shah" userId="S::vachas.shah@accionlabs.com::10b1b334-1db7-4454-9470-d81387e3839f" providerId="AD" clId="Web-{9D1A1B25-9BF3-7BD9-462E-A3175C6B0C23}" dt="2025-03-12T19:15:15.132" v="1"/>
          <ac:spMkLst>
            <pc:docMk/>
            <pc:sldMk cId="0" sldId="256"/>
            <ac:spMk id="3" creationId="{00000000-0000-0000-0000-000000000000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15:15.132" v="1"/>
          <ac:spMkLst>
            <pc:docMk/>
            <pc:sldMk cId="0" sldId="256"/>
            <ac:spMk id="8" creationId="{2FE8DED1-24FF-4A79-873B-ECE3ABE73035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15:15.132" v="1"/>
          <ac:spMkLst>
            <pc:docMk/>
            <pc:sldMk cId="0" sldId="256"/>
            <ac:spMk id="10" creationId="{0AA6A048-501A-4387-906B-B8A8543E7B11}"/>
          </ac:spMkLst>
        </pc:spChg>
      </pc:sldChg>
      <pc:sldChg chg="addSp delSp modSp mod setBg modClrScheme setClrOvrMap chgLayout">
        <pc:chgData name="Vachas Ketan Shah" userId="S::vachas.shah@accionlabs.com::10b1b334-1db7-4454-9470-d81387e3839f" providerId="AD" clId="Web-{9D1A1B25-9BF3-7BD9-462E-A3175C6B0C23}" dt="2025-03-12T19:15:34.914" v="2"/>
        <pc:sldMkLst>
          <pc:docMk/>
          <pc:sldMk cId="0" sldId="257"/>
        </pc:sldMkLst>
        <pc:spChg chg="mod ord">
          <ac:chgData name="Vachas Ketan Shah" userId="S::vachas.shah@accionlabs.com::10b1b334-1db7-4454-9470-d81387e3839f" providerId="AD" clId="Web-{9D1A1B25-9BF3-7BD9-462E-A3175C6B0C23}" dt="2025-03-12T19:15:34.914" v="2"/>
          <ac:spMkLst>
            <pc:docMk/>
            <pc:sldMk cId="0" sldId="257"/>
            <ac:spMk id="2" creationId="{00000000-0000-0000-0000-000000000000}"/>
          </ac:spMkLst>
        </pc:spChg>
        <pc:spChg chg="del mod ord">
          <ac:chgData name="Vachas Ketan Shah" userId="S::vachas.shah@accionlabs.com::10b1b334-1db7-4454-9470-d81387e3839f" providerId="AD" clId="Web-{9D1A1B25-9BF3-7BD9-462E-A3175C6B0C23}" dt="2025-03-12T19:15:34.914" v="2"/>
          <ac:spMkLst>
            <pc:docMk/>
            <pc:sldMk cId="0" sldId="257"/>
            <ac:spMk id="3" creationId="{00000000-0000-0000-0000-000000000000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15:34.914" v="2"/>
          <ac:spMkLst>
            <pc:docMk/>
            <pc:sldMk cId="0" sldId="257"/>
            <ac:spMk id="9" creationId="{D0D45553-91A4-480A-9577-0E0FC0D919B9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15:34.914" v="2"/>
          <ac:spMkLst>
            <pc:docMk/>
            <pc:sldMk cId="0" sldId="257"/>
            <ac:spMk id="11" creationId="{D240F8A8-FEA1-42C2-B259-27A9351279BD}"/>
          </ac:spMkLst>
        </pc:spChg>
        <pc:graphicFrameChg chg="add">
          <ac:chgData name="Vachas Ketan Shah" userId="S::vachas.shah@accionlabs.com::10b1b334-1db7-4454-9470-d81387e3839f" providerId="AD" clId="Web-{9D1A1B25-9BF3-7BD9-462E-A3175C6B0C23}" dt="2025-03-12T19:15:34.914" v="2"/>
          <ac:graphicFrameMkLst>
            <pc:docMk/>
            <pc:sldMk cId="0" sldId="257"/>
            <ac:graphicFrameMk id="5" creationId="{5CAE059E-E53E-889E-1B27-393B680813D2}"/>
          </ac:graphicFrameMkLst>
        </pc:graphicFrameChg>
      </pc:sldChg>
      <pc:sldChg chg="addSp delSp modSp mod setBg modClrScheme setClrOvrMap chgLayout">
        <pc:chgData name="Vachas Ketan Shah" userId="S::vachas.shah@accionlabs.com::10b1b334-1db7-4454-9470-d81387e3839f" providerId="AD" clId="Web-{9D1A1B25-9BF3-7BD9-462E-A3175C6B0C23}" dt="2025-03-12T19:16:23.665" v="5"/>
        <pc:sldMkLst>
          <pc:docMk/>
          <pc:sldMk cId="0" sldId="258"/>
        </pc:sldMkLst>
        <pc:spChg chg="mod ord">
          <ac:chgData name="Vachas Ketan Shah" userId="S::vachas.shah@accionlabs.com::10b1b334-1db7-4454-9470-d81387e3839f" providerId="AD" clId="Web-{9D1A1B25-9BF3-7BD9-462E-A3175C6B0C23}" dt="2025-03-12T19:16:23.665" v="5"/>
          <ac:spMkLst>
            <pc:docMk/>
            <pc:sldMk cId="0" sldId="258"/>
            <ac:spMk id="2" creationId="{00000000-0000-0000-0000-000000000000}"/>
          </ac:spMkLst>
        </pc:spChg>
        <pc:spChg chg="add del mod ord">
          <ac:chgData name="Vachas Ketan Shah" userId="S::vachas.shah@accionlabs.com::10b1b334-1db7-4454-9470-d81387e3839f" providerId="AD" clId="Web-{9D1A1B25-9BF3-7BD9-462E-A3175C6B0C23}" dt="2025-03-12T19:16:23.665" v="5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Vachas Ketan Shah" userId="S::vachas.shah@accionlabs.com::10b1b334-1db7-4454-9470-d81387e3839f" providerId="AD" clId="Web-{9D1A1B25-9BF3-7BD9-462E-A3175C6B0C23}" dt="2025-03-12T19:16:23.618" v="4"/>
          <ac:spMkLst>
            <pc:docMk/>
            <pc:sldMk cId="0" sldId="258"/>
            <ac:spMk id="9" creationId="{B2B82547-2424-4E7A-A98B-75206EE73028}"/>
          </ac:spMkLst>
        </pc:spChg>
        <pc:spChg chg="add del">
          <ac:chgData name="Vachas Ketan Shah" userId="S::vachas.shah@accionlabs.com::10b1b334-1db7-4454-9470-d81387e3839f" providerId="AD" clId="Web-{9D1A1B25-9BF3-7BD9-462E-A3175C6B0C23}" dt="2025-03-12T19:16:23.618" v="4"/>
          <ac:spMkLst>
            <pc:docMk/>
            <pc:sldMk cId="0" sldId="258"/>
            <ac:spMk id="11" creationId="{5109BC2F-9616-4D7D-9E98-57898009A828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16:23.665" v="5"/>
          <ac:spMkLst>
            <pc:docMk/>
            <pc:sldMk cId="0" sldId="258"/>
            <ac:spMk id="13" creationId="{D0D45553-91A4-480A-9577-0E0FC0D919B9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16:23.665" v="5"/>
          <ac:spMkLst>
            <pc:docMk/>
            <pc:sldMk cId="0" sldId="258"/>
            <ac:spMk id="14" creationId="{D240F8A8-FEA1-42C2-B259-27A9351279BD}"/>
          </ac:spMkLst>
        </pc:spChg>
        <pc:graphicFrameChg chg="add del">
          <ac:chgData name="Vachas Ketan Shah" userId="S::vachas.shah@accionlabs.com::10b1b334-1db7-4454-9470-d81387e3839f" providerId="AD" clId="Web-{9D1A1B25-9BF3-7BD9-462E-A3175C6B0C23}" dt="2025-03-12T19:16:23.618" v="4"/>
          <ac:graphicFrameMkLst>
            <pc:docMk/>
            <pc:sldMk cId="0" sldId="258"/>
            <ac:graphicFrameMk id="5" creationId="{5EBE0715-7558-C1D4-E0C8-384B3B6116FB}"/>
          </ac:graphicFrameMkLst>
        </pc:graphicFrameChg>
        <pc:graphicFrameChg chg="add">
          <ac:chgData name="Vachas Ketan Shah" userId="S::vachas.shah@accionlabs.com::10b1b334-1db7-4454-9470-d81387e3839f" providerId="AD" clId="Web-{9D1A1B25-9BF3-7BD9-462E-A3175C6B0C23}" dt="2025-03-12T19:16:23.665" v="5"/>
          <ac:graphicFrameMkLst>
            <pc:docMk/>
            <pc:sldMk cId="0" sldId="258"/>
            <ac:graphicFrameMk id="15" creationId="{C042A3DB-E745-A1A1-AC2F-A2D1702E18E4}"/>
          </ac:graphicFrameMkLst>
        </pc:graphicFrameChg>
      </pc:sldChg>
      <pc:sldChg chg="addSp delSp modSp mod setBg modClrScheme setClrOvrMap chgLayout">
        <pc:chgData name="Vachas Ketan Shah" userId="S::vachas.shah@accionlabs.com::10b1b334-1db7-4454-9470-d81387e3839f" providerId="AD" clId="Web-{9D1A1B25-9BF3-7BD9-462E-A3175C6B0C23}" dt="2025-03-12T19:16:42.774" v="6"/>
        <pc:sldMkLst>
          <pc:docMk/>
          <pc:sldMk cId="0" sldId="259"/>
        </pc:sldMkLst>
        <pc:spChg chg="mod ord">
          <ac:chgData name="Vachas Ketan Shah" userId="S::vachas.shah@accionlabs.com::10b1b334-1db7-4454-9470-d81387e3839f" providerId="AD" clId="Web-{9D1A1B25-9BF3-7BD9-462E-A3175C6B0C23}" dt="2025-03-12T19:16:42.774" v="6"/>
          <ac:spMkLst>
            <pc:docMk/>
            <pc:sldMk cId="0" sldId="259"/>
            <ac:spMk id="2" creationId="{00000000-0000-0000-0000-000000000000}"/>
          </ac:spMkLst>
        </pc:spChg>
        <pc:spChg chg="del mod ord">
          <ac:chgData name="Vachas Ketan Shah" userId="S::vachas.shah@accionlabs.com::10b1b334-1db7-4454-9470-d81387e3839f" providerId="AD" clId="Web-{9D1A1B25-9BF3-7BD9-462E-A3175C6B0C23}" dt="2025-03-12T19:16:42.774" v="6"/>
          <ac:spMkLst>
            <pc:docMk/>
            <pc:sldMk cId="0" sldId="259"/>
            <ac:spMk id="3" creationId="{00000000-0000-0000-0000-000000000000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16:42.774" v="6"/>
          <ac:spMkLst>
            <pc:docMk/>
            <pc:sldMk cId="0" sldId="259"/>
            <ac:spMk id="9" creationId="{056824CE-083D-4ED5-94A5-655345BBE75E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16:42.774" v="6"/>
          <ac:spMkLst>
            <pc:docMk/>
            <pc:sldMk cId="0" sldId="259"/>
            <ac:spMk id="11" creationId="{0785D83B-2124-40CD-9E29-811BC2B7CE64}"/>
          </ac:spMkLst>
        </pc:spChg>
        <pc:graphicFrameChg chg="add">
          <ac:chgData name="Vachas Ketan Shah" userId="S::vachas.shah@accionlabs.com::10b1b334-1db7-4454-9470-d81387e3839f" providerId="AD" clId="Web-{9D1A1B25-9BF3-7BD9-462E-A3175C6B0C23}" dt="2025-03-12T19:16:42.774" v="6"/>
          <ac:graphicFrameMkLst>
            <pc:docMk/>
            <pc:sldMk cId="0" sldId="259"/>
            <ac:graphicFrameMk id="5" creationId="{3ACC5B51-A881-4059-2297-8768A96EFFC8}"/>
          </ac:graphicFrameMkLst>
        </pc:graphicFrameChg>
      </pc:sldChg>
      <pc:sldChg chg="addSp delSp modSp mod setBg modClrScheme setClrOvrMap chgLayout">
        <pc:chgData name="Vachas Ketan Shah" userId="S::vachas.shah@accionlabs.com::10b1b334-1db7-4454-9470-d81387e3839f" providerId="AD" clId="Web-{9D1A1B25-9BF3-7BD9-462E-A3175C6B0C23}" dt="2025-03-12T19:28:15.536" v="99" actId="1076"/>
        <pc:sldMkLst>
          <pc:docMk/>
          <pc:sldMk cId="0" sldId="260"/>
        </pc:sldMkLst>
        <pc:spChg chg="mod ord">
          <ac:chgData name="Vachas Ketan Shah" userId="S::vachas.shah@accionlabs.com::10b1b334-1db7-4454-9470-d81387e3839f" providerId="AD" clId="Web-{9D1A1B25-9BF3-7BD9-462E-A3175C6B0C23}" dt="2025-03-12T19:17:12.212" v="7"/>
          <ac:spMkLst>
            <pc:docMk/>
            <pc:sldMk cId="0" sldId="260"/>
            <ac:spMk id="2" creationId="{00000000-0000-0000-0000-000000000000}"/>
          </ac:spMkLst>
        </pc:spChg>
        <pc:spChg chg="del mod ord">
          <ac:chgData name="Vachas Ketan Shah" userId="S::vachas.shah@accionlabs.com::10b1b334-1db7-4454-9470-d81387e3839f" providerId="AD" clId="Web-{9D1A1B25-9BF3-7BD9-462E-A3175C6B0C23}" dt="2025-03-12T19:17:12.212" v="7"/>
          <ac:spMkLst>
            <pc:docMk/>
            <pc:sldMk cId="0" sldId="260"/>
            <ac:spMk id="3" creationId="{00000000-0000-0000-0000-000000000000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17:12.212" v="7"/>
          <ac:spMkLst>
            <pc:docMk/>
            <pc:sldMk cId="0" sldId="260"/>
            <ac:spMk id="9" creationId="{056824CE-083D-4ED5-94A5-655345BBE75E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17:12.212" v="7"/>
          <ac:spMkLst>
            <pc:docMk/>
            <pc:sldMk cId="0" sldId="260"/>
            <ac:spMk id="11" creationId="{0785D83B-2124-40CD-9E29-811BC2B7CE64}"/>
          </ac:spMkLst>
        </pc:spChg>
        <pc:graphicFrameChg chg="add mod modGraphic">
          <ac:chgData name="Vachas Ketan Shah" userId="S::vachas.shah@accionlabs.com::10b1b334-1db7-4454-9470-d81387e3839f" providerId="AD" clId="Web-{9D1A1B25-9BF3-7BD9-462E-A3175C6B0C23}" dt="2025-03-12T19:28:15.536" v="99" actId="1076"/>
          <ac:graphicFrameMkLst>
            <pc:docMk/>
            <pc:sldMk cId="0" sldId="260"/>
            <ac:graphicFrameMk id="5" creationId="{EB5896BC-3549-CFC8-D434-9405AF6B4679}"/>
          </ac:graphicFrameMkLst>
        </pc:graphicFrameChg>
      </pc:sldChg>
      <pc:sldChg chg="addSp modSp mod setBg modClrScheme chgLayout">
        <pc:chgData name="Vachas Ketan Shah" userId="S::vachas.shah@accionlabs.com::10b1b334-1db7-4454-9470-d81387e3839f" providerId="AD" clId="Web-{9D1A1B25-9BF3-7BD9-462E-A3175C6B0C23}" dt="2025-03-12T19:18:06.291" v="14"/>
        <pc:sldMkLst>
          <pc:docMk/>
          <pc:sldMk cId="0" sldId="261"/>
        </pc:sldMkLst>
        <pc:spChg chg="mod ord">
          <ac:chgData name="Vachas Ketan Shah" userId="S::vachas.shah@accionlabs.com::10b1b334-1db7-4454-9470-d81387e3839f" providerId="AD" clId="Web-{9D1A1B25-9BF3-7BD9-462E-A3175C6B0C23}" dt="2025-03-12T19:17:52.979" v="13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Vachas Ketan Shah" userId="S::vachas.shah@accionlabs.com::10b1b334-1db7-4454-9470-d81387e3839f" providerId="AD" clId="Web-{9D1A1B25-9BF3-7BD9-462E-A3175C6B0C23}" dt="2025-03-12T19:18:06.291" v="14"/>
          <ac:spMkLst>
            <pc:docMk/>
            <pc:sldMk cId="0" sldId="261"/>
            <ac:spMk id="3" creationId="{00000000-0000-0000-0000-000000000000}"/>
          </ac:spMkLst>
        </pc:spChg>
        <pc:picChg chg="add">
          <ac:chgData name="Vachas Ketan Shah" userId="S::vachas.shah@accionlabs.com::10b1b334-1db7-4454-9470-d81387e3839f" providerId="AD" clId="Web-{9D1A1B25-9BF3-7BD9-462E-A3175C6B0C23}" dt="2025-03-12T19:17:52.979" v="13"/>
          <ac:picMkLst>
            <pc:docMk/>
            <pc:sldMk cId="0" sldId="261"/>
            <ac:picMk id="7" creationId="{852C36B6-BB14-48FA-BC41-FE0DD0EA187A}"/>
          </ac:picMkLst>
        </pc:picChg>
      </pc:sldChg>
      <pc:sldChg chg="addSp modSp mod setBg modClrScheme chgLayout">
        <pc:chgData name="Vachas Ketan Shah" userId="S::vachas.shah@accionlabs.com::10b1b334-1db7-4454-9470-d81387e3839f" providerId="AD" clId="Web-{9D1A1B25-9BF3-7BD9-462E-A3175C6B0C23}" dt="2025-03-12T19:18:45.823" v="16"/>
        <pc:sldMkLst>
          <pc:docMk/>
          <pc:sldMk cId="0" sldId="262"/>
        </pc:sldMkLst>
        <pc:spChg chg="mod ord">
          <ac:chgData name="Vachas Ketan Shah" userId="S::vachas.shah@accionlabs.com::10b1b334-1db7-4454-9470-d81387e3839f" providerId="AD" clId="Web-{9D1A1B25-9BF3-7BD9-462E-A3175C6B0C23}" dt="2025-03-12T19:18:35.245" v="15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Vachas Ketan Shah" userId="S::vachas.shah@accionlabs.com::10b1b334-1db7-4454-9470-d81387e3839f" providerId="AD" clId="Web-{9D1A1B25-9BF3-7BD9-462E-A3175C6B0C23}" dt="2025-03-12T19:18:45.823" v="16"/>
          <ac:spMkLst>
            <pc:docMk/>
            <pc:sldMk cId="0" sldId="262"/>
            <ac:spMk id="3" creationId="{00000000-0000-0000-0000-000000000000}"/>
          </ac:spMkLst>
        </pc:spChg>
        <pc:picChg chg="add">
          <ac:chgData name="Vachas Ketan Shah" userId="S::vachas.shah@accionlabs.com::10b1b334-1db7-4454-9470-d81387e3839f" providerId="AD" clId="Web-{9D1A1B25-9BF3-7BD9-462E-A3175C6B0C23}" dt="2025-03-12T19:18:35.245" v="15"/>
          <ac:picMkLst>
            <pc:docMk/>
            <pc:sldMk cId="0" sldId="262"/>
            <ac:picMk id="7" creationId="{A1BB0308-3205-B308-A066-80BFEDCD176C}"/>
          </ac:picMkLst>
        </pc:picChg>
      </pc:sldChg>
      <pc:sldChg chg="addSp delSp modSp mod setBg modClrScheme chgLayout">
        <pc:chgData name="Vachas Ketan Shah" userId="S::vachas.shah@accionlabs.com::10b1b334-1db7-4454-9470-d81387e3839f" providerId="AD" clId="Web-{9D1A1B25-9BF3-7BD9-462E-A3175C6B0C23}" dt="2025-03-12T19:19:29.668" v="17"/>
        <pc:sldMkLst>
          <pc:docMk/>
          <pc:sldMk cId="0" sldId="263"/>
        </pc:sldMkLst>
        <pc:spChg chg="mod ord">
          <ac:chgData name="Vachas Ketan Shah" userId="S::vachas.shah@accionlabs.com::10b1b334-1db7-4454-9470-d81387e3839f" providerId="AD" clId="Web-{9D1A1B25-9BF3-7BD9-462E-A3175C6B0C23}" dt="2025-03-12T19:19:29.668" v="17"/>
          <ac:spMkLst>
            <pc:docMk/>
            <pc:sldMk cId="0" sldId="263"/>
            <ac:spMk id="2" creationId="{00000000-0000-0000-0000-000000000000}"/>
          </ac:spMkLst>
        </pc:spChg>
        <pc:spChg chg="del mod ord">
          <ac:chgData name="Vachas Ketan Shah" userId="S::vachas.shah@accionlabs.com::10b1b334-1db7-4454-9470-d81387e3839f" providerId="AD" clId="Web-{9D1A1B25-9BF3-7BD9-462E-A3175C6B0C23}" dt="2025-03-12T19:19:29.668" v="17"/>
          <ac:spMkLst>
            <pc:docMk/>
            <pc:sldMk cId="0" sldId="263"/>
            <ac:spMk id="3" creationId="{00000000-0000-0000-0000-000000000000}"/>
          </ac:spMkLst>
        </pc:spChg>
        <pc:graphicFrameChg chg="add">
          <ac:chgData name="Vachas Ketan Shah" userId="S::vachas.shah@accionlabs.com::10b1b334-1db7-4454-9470-d81387e3839f" providerId="AD" clId="Web-{9D1A1B25-9BF3-7BD9-462E-A3175C6B0C23}" dt="2025-03-12T19:19:29.668" v="17"/>
          <ac:graphicFrameMkLst>
            <pc:docMk/>
            <pc:sldMk cId="0" sldId="263"/>
            <ac:graphicFrameMk id="5" creationId="{499AD364-291B-E222-3C12-553FC9C6486C}"/>
          </ac:graphicFrameMkLst>
        </pc:graphicFrameChg>
      </pc:sldChg>
      <pc:sldChg chg="addSp delSp modSp mod setBg modClrScheme setClrOvrMap chgLayout">
        <pc:chgData name="Vachas Ketan Shah" userId="S::vachas.shah@accionlabs.com::10b1b334-1db7-4454-9470-d81387e3839f" providerId="AD" clId="Web-{9D1A1B25-9BF3-7BD9-462E-A3175C6B0C23}" dt="2025-03-12T19:25:04.158" v="38" actId="20577"/>
        <pc:sldMkLst>
          <pc:docMk/>
          <pc:sldMk cId="0" sldId="264"/>
        </pc:sldMkLst>
        <pc:spChg chg="mod ord">
          <ac:chgData name="Vachas Ketan Shah" userId="S::vachas.shah@accionlabs.com::10b1b334-1db7-4454-9470-d81387e3839f" providerId="AD" clId="Web-{9D1A1B25-9BF3-7BD9-462E-A3175C6B0C23}" dt="2025-03-12T19:23:55.860" v="26"/>
          <ac:spMkLst>
            <pc:docMk/>
            <pc:sldMk cId="0" sldId="264"/>
            <ac:spMk id="2" creationId="{00000000-0000-0000-0000-000000000000}"/>
          </ac:spMkLst>
        </pc:spChg>
        <pc:spChg chg="del mod ord">
          <ac:chgData name="Vachas Ketan Shah" userId="S::vachas.shah@accionlabs.com::10b1b334-1db7-4454-9470-d81387e3839f" providerId="AD" clId="Web-{9D1A1B25-9BF3-7BD9-462E-A3175C6B0C23}" dt="2025-03-12T19:19:55.965" v="18"/>
          <ac:spMkLst>
            <pc:docMk/>
            <pc:sldMk cId="0" sldId="264"/>
            <ac:spMk id="3" creationId="{00000000-0000-0000-0000-000000000000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23:55.860" v="26"/>
          <ac:spMkLst>
            <pc:docMk/>
            <pc:sldMk cId="0" sldId="264"/>
            <ac:spMk id="10" creationId="{056824CE-083D-4ED5-94A5-655345BBE75E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23:55.860" v="26"/>
          <ac:spMkLst>
            <pc:docMk/>
            <pc:sldMk cId="0" sldId="264"/>
            <ac:spMk id="12" creationId="{0785D83B-2124-40CD-9E29-811BC2B7CE64}"/>
          </ac:spMkLst>
        </pc:spChg>
        <pc:graphicFrameChg chg="add mod modGraphic">
          <ac:chgData name="Vachas Ketan Shah" userId="S::vachas.shah@accionlabs.com::10b1b334-1db7-4454-9470-d81387e3839f" providerId="AD" clId="Web-{9D1A1B25-9BF3-7BD9-462E-A3175C6B0C23}" dt="2025-03-12T19:25:04.158" v="38" actId="20577"/>
          <ac:graphicFrameMkLst>
            <pc:docMk/>
            <pc:sldMk cId="0" sldId="264"/>
            <ac:graphicFrameMk id="5" creationId="{3E9C00D1-FEE3-D042-A76B-F5F9238ABC8C}"/>
          </ac:graphicFrameMkLst>
        </pc:graphicFrameChg>
      </pc:sldChg>
      <pc:sldChg chg="addSp delSp modSp mod setBg modClrScheme setClrOvrMap chgLayout">
        <pc:chgData name="Vachas Ketan Shah" userId="S::vachas.shah@accionlabs.com::10b1b334-1db7-4454-9470-d81387e3839f" providerId="AD" clId="Web-{9D1A1B25-9BF3-7BD9-462E-A3175C6B0C23}" dt="2025-03-12T19:26:46.269" v="74" actId="20577"/>
        <pc:sldMkLst>
          <pc:docMk/>
          <pc:sldMk cId="0" sldId="265"/>
        </pc:sldMkLst>
        <pc:spChg chg="mod ord">
          <ac:chgData name="Vachas Ketan Shah" userId="S::vachas.shah@accionlabs.com::10b1b334-1db7-4454-9470-d81387e3839f" providerId="AD" clId="Web-{9D1A1B25-9BF3-7BD9-462E-A3175C6B0C23}" dt="2025-03-12T19:20:24.309" v="19"/>
          <ac:spMkLst>
            <pc:docMk/>
            <pc:sldMk cId="0" sldId="265"/>
            <ac:spMk id="2" creationId="{00000000-0000-0000-0000-000000000000}"/>
          </ac:spMkLst>
        </pc:spChg>
        <pc:spChg chg="del mod ord">
          <ac:chgData name="Vachas Ketan Shah" userId="S::vachas.shah@accionlabs.com::10b1b334-1db7-4454-9470-d81387e3839f" providerId="AD" clId="Web-{9D1A1B25-9BF3-7BD9-462E-A3175C6B0C23}" dt="2025-03-12T19:20:24.309" v="19"/>
          <ac:spMkLst>
            <pc:docMk/>
            <pc:sldMk cId="0" sldId="265"/>
            <ac:spMk id="3" creationId="{00000000-0000-0000-0000-000000000000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20:24.309" v="19"/>
          <ac:spMkLst>
            <pc:docMk/>
            <pc:sldMk cId="0" sldId="265"/>
            <ac:spMk id="9" creationId="{056824CE-083D-4ED5-94A5-655345BBE75E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20:24.309" v="19"/>
          <ac:spMkLst>
            <pc:docMk/>
            <pc:sldMk cId="0" sldId="265"/>
            <ac:spMk id="11" creationId="{0785D83B-2124-40CD-9E29-811BC2B7CE64}"/>
          </ac:spMkLst>
        </pc:spChg>
        <pc:graphicFrameChg chg="add modGraphic">
          <ac:chgData name="Vachas Ketan Shah" userId="S::vachas.shah@accionlabs.com::10b1b334-1db7-4454-9470-d81387e3839f" providerId="AD" clId="Web-{9D1A1B25-9BF3-7BD9-462E-A3175C6B0C23}" dt="2025-03-12T19:26:46.269" v="74" actId="20577"/>
          <ac:graphicFrameMkLst>
            <pc:docMk/>
            <pc:sldMk cId="0" sldId="265"/>
            <ac:graphicFrameMk id="5" creationId="{E99F303D-2D64-E47F-49E4-C6BC73176791}"/>
          </ac:graphicFrameMkLst>
        </pc:graphicFrameChg>
      </pc:sldChg>
      <pc:sldChg chg="addSp delSp modSp mod setBg modClrScheme chgLayout">
        <pc:chgData name="Vachas Ketan Shah" userId="S::vachas.shah@accionlabs.com::10b1b334-1db7-4454-9470-d81387e3839f" providerId="AD" clId="Web-{9D1A1B25-9BF3-7BD9-462E-A3175C6B0C23}" dt="2025-03-12T19:20:54.326" v="20"/>
        <pc:sldMkLst>
          <pc:docMk/>
          <pc:sldMk cId="0" sldId="266"/>
        </pc:sldMkLst>
        <pc:spChg chg="mod ord">
          <ac:chgData name="Vachas Ketan Shah" userId="S::vachas.shah@accionlabs.com::10b1b334-1db7-4454-9470-d81387e3839f" providerId="AD" clId="Web-{9D1A1B25-9BF3-7BD9-462E-A3175C6B0C23}" dt="2025-03-12T19:20:54.326" v="20"/>
          <ac:spMkLst>
            <pc:docMk/>
            <pc:sldMk cId="0" sldId="266"/>
            <ac:spMk id="2" creationId="{00000000-0000-0000-0000-000000000000}"/>
          </ac:spMkLst>
        </pc:spChg>
        <pc:spChg chg="del mod ord">
          <ac:chgData name="Vachas Ketan Shah" userId="S::vachas.shah@accionlabs.com::10b1b334-1db7-4454-9470-d81387e3839f" providerId="AD" clId="Web-{9D1A1B25-9BF3-7BD9-462E-A3175C6B0C23}" dt="2025-03-12T19:20:54.326" v="20"/>
          <ac:spMkLst>
            <pc:docMk/>
            <pc:sldMk cId="0" sldId="266"/>
            <ac:spMk id="3" creationId="{00000000-0000-0000-0000-000000000000}"/>
          </ac:spMkLst>
        </pc:spChg>
        <pc:graphicFrameChg chg="add">
          <ac:chgData name="Vachas Ketan Shah" userId="S::vachas.shah@accionlabs.com::10b1b334-1db7-4454-9470-d81387e3839f" providerId="AD" clId="Web-{9D1A1B25-9BF3-7BD9-462E-A3175C6B0C23}" dt="2025-03-12T19:20:54.326" v="20"/>
          <ac:graphicFrameMkLst>
            <pc:docMk/>
            <pc:sldMk cId="0" sldId="266"/>
            <ac:graphicFrameMk id="5" creationId="{4204E544-5A83-4933-C7DB-CA9D7FF8273A}"/>
          </ac:graphicFrameMkLst>
        </pc:graphicFrameChg>
      </pc:sldChg>
      <pc:sldChg chg="addSp modSp mod setBg modClrScheme chgLayout">
        <pc:chgData name="Vachas Ketan Shah" userId="S::vachas.shah@accionlabs.com::10b1b334-1db7-4454-9470-d81387e3839f" providerId="AD" clId="Web-{9D1A1B25-9BF3-7BD9-462E-A3175C6B0C23}" dt="2025-03-12T19:22:04.686" v="21"/>
        <pc:sldMkLst>
          <pc:docMk/>
          <pc:sldMk cId="0" sldId="267"/>
        </pc:sldMkLst>
        <pc:spChg chg="mod ord">
          <ac:chgData name="Vachas Ketan Shah" userId="S::vachas.shah@accionlabs.com::10b1b334-1db7-4454-9470-d81387e3839f" providerId="AD" clId="Web-{9D1A1B25-9BF3-7BD9-462E-A3175C6B0C23}" dt="2025-03-12T19:22:04.686" v="21"/>
          <ac:spMkLst>
            <pc:docMk/>
            <pc:sldMk cId="0" sldId="267"/>
            <ac:spMk id="2" creationId="{00000000-0000-0000-0000-000000000000}"/>
          </ac:spMkLst>
        </pc:spChg>
        <pc:spChg chg="mod ord">
          <ac:chgData name="Vachas Ketan Shah" userId="S::vachas.shah@accionlabs.com::10b1b334-1db7-4454-9470-d81387e3839f" providerId="AD" clId="Web-{9D1A1B25-9BF3-7BD9-462E-A3175C6B0C23}" dt="2025-03-12T19:22:04.686" v="21"/>
          <ac:spMkLst>
            <pc:docMk/>
            <pc:sldMk cId="0" sldId="267"/>
            <ac:spMk id="3" creationId="{00000000-0000-0000-0000-000000000000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22:04.686" v="21"/>
          <ac:spMkLst>
            <pc:docMk/>
            <pc:sldMk cId="0" sldId="267"/>
            <ac:spMk id="8" creationId="{F1E0D4A3-ECB8-4689-ABDB-9CE848CE83B9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22:04.686" v="21"/>
          <ac:spMkLst>
            <pc:docMk/>
            <pc:sldMk cId="0" sldId="267"/>
            <ac:spMk id="10" creationId="{8854772B-9C8F-4037-89E0-3A45208AB395}"/>
          </ac:spMkLst>
        </pc:spChg>
      </pc:sldChg>
      <pc:sldChg chg="addSp modSp mod setBg modClrScheme chgLayout">
        <pc:chgData name="Vachas Ketan Shah" userId="S::vachas.shah@accionlabs.com::10b1b334-1db7-4454-9470-d81387e3839f" providerId="AD" clId="Web-{9D1A1B25-9BF3-7BD9-462E-A3175C6B0C23}" dt="2025-03-12T19:22:51.937" v="22"/>
        <pc:sldMkLst>
          <pc:docMk/>
          <pc:sldMk cId="0" sldId="268"/>
        </pc:sldMkLst>
        <pc:spChg chg="mod ord">
          <ac:chgData name="Vachas Ketan Shah" userId="S::vachas.shah@accionlabs.com::10b1b334-1db7-4454-9470-d81387e3839f" providerId="AD" clId="Web-{9D1A1B25-9BF3-7BD9-462E-A3175C6B0C23}" dt="2025-03-12T19:22:51.937" v="22"/>
          <ac:spMkLst>
            <pc:docMk/>
            <pc:sldMk cId="0" sldId="268"/>
            <ac:spMk id="2" creationId="{00000000-0000-0000-0000-000000000000}"/>
          </ac:spMkLst>
        </pc:spChg>
        <pc:spChg chg="mod ord">
          <ac:chgData name="Vachas Ketan Shah" userId="S::vachas.shah@accionlabs.com::10b1b334-1db7-4454-9470-d81387e3839f" providerId="AD" clId="Web-{9D1A1B25-9BF3-7BD9-462E-A3175C6B0C23}" dt="2025-03-12T19:22:51.937" v="22"/>
          <ac:spMkLst>
            <pc:docMk/>
            <pc:sldMk cId="0" sldId="268"/>
            <ac:spMk id="3" creationId="{00000000-0000-0000-0000-000000000000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22:51.937" v="22"/>
          <ac:spMkLst>
            <pc:docMk/>
            <pc:sldMk cId="0" sldId="268"/>
            <ac:spMk id="8" creationId="{0B9607A7-C194-45C1-9EA4-D513E02DCF36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22:51.937" v="22"/>
          <ac:spMkLst>
            <pc:docMk/>
            <pc:sldMk cId="0" sldId="268"/>
            <ac:spMk id="10" creationId="{CBFF659F-D040-4A67-B951-3D6D61BB1FDE}"/>
          </ac:spMkLst>
        </pc:spChg>
      </pc:sldChg>
      <pc:sldChg chg="addSp modSp mod setBg modClrScheme chgLayout">
        <pc:chgData name="Vachas Ketan Shah" userId="S::vachas.shah@accionlabs.com::10b1b334-1db7-4454-9470-d81387e3839f" providerId="AD" clId="Web-{9D1A1B25-9BF3-7BD9-462E-A3175C6B0C23}" dt="2025-03-12T19:23:15.859" v="23"/>
        <pc:sldMkLst>
          <pc:docMk/>
          <pc:sldMk cId="0" sldId="269"/>
        </pc:sldMkLst>
        <pc:spChg chg="mod ord">
          <ac:chgData name="Vachas Ketan Shah" userId="S::vachas.shah@accionlabs.com::10b1b334-1db7-4454-9470-d81387e3839f" providerId="AD" clId="Web-{9D1A1B25-9BF3-7BD9-462E-A3175C6B0C23}" dt="2025-03-12T19:23:15.859" v="23"/>
          <ac:spMkLst>
            <pc:docMk/>
            <pc:sldMk cId="0" sldId="269"/>
            <ac:spMk id="2" creationId="{00000000-0000-0000-0000-000000000000}"/>
          </ac:spMkLst>
        </pc:spChg>
        <pc:spChg chg="mod ord">
          <ac:chgData name="Vachas Ketan Shah" userId="S::vachas.shah@accionlabs.com::10b1b334-1db7-4454-9470-d81387e3839f" providerId="AD" clId="Web-{9D1A1B25-9BF3-7BD9-462E-A3175C6B0C23}" dt="2025-03-12T19:23:15.859" v="23"/>
          <ac:spMkLst>
            <pc:docMk/>
            <pc:sldMk cId="0" sldId="269"/>
            <ac:spMk id="3" creationId="{00000000-0000-0000-0000-000000000000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23:15.859" v="23"/>
          <ac:spMkLst>
            <pc:docMk/>
            <pc:sldMk cId="0" sldId="269"/>
            <ac:spMk id="8" creationId="{F1E0D4A3-ECB8-4689-ABDB-9CE848CE83B9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23:15.859" v="23"/>
          <ac:spMkLst>
            <pc:docMk/>
            <pc:sldMk cId="0" sldId="269"/>
            <ac:spMk id="10" creationId="{8854772B-9C8F-4037-89E0-3A45208AB395}"/>
          </ac:spMkLst>
        </pc:spChg>
      </pc:sldChg>
      <pc:sldChg chg="addSp modSp mod setBg modClrScheme chgLayout">
        <pc:chgData name="Vachas Ketan Shah" userId="S::vachas.shah@accionlabs.com::10b1b334-1db7-4454-9470-d81387e3839f" providerId="AD" clId="Web-{9D1A1B25-9BF3-7BD9-462E-A3175C6B0C23}" dt="2025-03-12T19:23:26.688" v="24"/>
        <pc:sldMkLst>
          <pc:docMk/>
          <pc:sldMk cId="0" sldId="270"/>
        </pc:sldMkLst>
        <pc:spChg chg="mod ord">
          <ac:chgData name="Vachas Ketan Shah" userId="S::vachas.shah@accionlabs.com::10b1b334-1db7-4454-9470-d81387e3839f" providerId="AD" clId="Web-{9D1A1B25-9BF3-7BD9-462E-A3175C6B0C23}" dt="2025-03-12T19:23:26.688" v="24"/>
          <ac:spMkLst>
            <pc:docMk/>
            <pc:sldMk cId="0" sldId="270"/>
            <ac:spMk id="2" creationId="{00000000-0000-0000-0000-000000000000}"/>
          </ac:spMkLst>
        </pc:spChg>
        <pc:spChg chg="mod ord">
          <ac:chgData name="Vachas Ketan Shah" userId="S::vachas.shah@accionlabs.com::10b1b334-1db7-4454-9470-d81387e3839f" providerId="AD" clId="Web-{9D1A1B25-9BF3-7BD9-462E-A3175C6B0C23}" dt="2025-03-12T19:23:26.688" v="24"/>
          <ac:spMkLst>
            <pc:docMk/>
            <pc:sldMk cId="0" sldId="270"/>
            <ac:spMk id="3" creationId="{00000000-0000-0000-0000-000000000000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23:26.688" v="24"/>
          <ac:spMkLst>
            <pc:docMk/>
            <pc:sldMk cId="0" sldId="270"/>
            <ac:spMk id="8" creationId="{F1E0D4A3-ECB8-4689-ABDB-9CE848CE83B9}"/>
          </ac:spMkLst>
        </pc:spChg>
        <pc:spChg chg="add">
          <ac:chgData name="Vachas Ketan Shah" userId="S::vachas.shah@accionlabs.com::10b1b334-1db7-4454-9470-d81387e3839f" providerId="AD" clId="Web-{9D1A1B25-9BF3-7BD9-462E-A3175C6B0C23}" dt="2025-03-12T19:23:26.688" v="24"/>
          <ac:spMkLst>
            <pc:docMk/>
            <pc:sldMk cId="0" sldId="270"/>
            <ac:spMk id="10" creationId="{8854772B-9C8F-4037-89E0-3A45208AB395}"/>
          </ac:spMkLst>
        </pc:spChg>
      </pc:sldChg>
      <pc:sldChg chg="modSp del mod modClrScheme chgLayout">
        <pc:chgData name="Vachas Ketan Shah" userId="S::vachas.shah@accionlabs.com::10b1b334-1db7-4454-9470-d81387e3839f" providerId="AD" clId="Web-{9D1A1B25-9BF3-7BD9-462E-A3175C6B0C23}" dt="2025-03-12T19:23:37.406" v="25"/>
        <pc:sldMkLst>
          <pc:docMk/>
          <pc:sldMk cId="0" sldId="271"/>
        </pc:sldMkLst>
        <pc:spChg chg="mod ord">
          <ac:chgData name="Vachas Ketan Shah" userId="S::vachas.shah@accionlabs.com::10b1b334-1db7-4454-9470-d81387e3839f" providerId="AD" clId="Web-{9D1A1B25-9BF3-7BD9-462E-A3175C6B0C23}" dt="2025-03-12T19:10:49.378" v="0"/>
          <ac:spMkLst>
            <pc:docMk/>
            <pc:sldMk cId="0" sldId="271"/>
            <ac:spMk id="2" creationId="{00000000-0000-0000-0000-000000000000}"/>
          </ac:spMkLst>
        </pc:spChg>
        <pc:spChg chg="mod ord">
          <ac:chgData name="Vachas Ketan Shah" userId="S::vachas.shah@accionlabs.com::10b1b334-1db7-4454-9470-d81387e3839f" providerId="AD" clId="Web-{9D1A1B25-9BF3-7BD9-462E-A3175C6B0C23}" dt="2025-03-12T19:10:49.378" v="0"/>
          <ac:spMkLst>
            <pc:docMk/>
            <pc:sldMk cId="0" sldId="271"/>
            <ac:spMk id="3" creationId="{00000000-0000-0000-0000-000000000000}"/>
          </ac:spMkLst>
        </pc:spChg>
      </pc:sldChg>
      <pc:sldMasterChg chg="del delSldLayout">
        <pc:chgData name="Vachas Ketan Shah" userId="S::vachas.shah@accionlabs.com::10b1b334-1db7-4454-9470-d81387e3839f" providerId="AD" clId="Web-{9D1A1B25-9BF3-7BD9-462E-A3175C6B0C23}" dt="2025-03-12T19:10:49.378" v="0"/>
        <pc:sldMasterMkLst>
          <pc:docMk/>
          <pc:sldMasterMk cId="2209977519" sldId="2147483648"/>
        </pc:sldMasterMkLst>
        <pc:sldLayoutChg chg="del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2209977519" sldId="2147483648"/>
            <pc:sldLayoutMk cId="3168075583" sldId="2147483649"/>
          </pc:sldLayoutMkLst>
        </pc:sldLayoutChg>
        <pc:sldLayoutChg chg="del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2209977519" sldId="2147483648"/>
            <pc:sldLayoutMk cId="2614314258" sldId="2147483650"/>
          </pc:sldLayoutMkLst>
        </pc:sldLayoutChg>
        <pc:sldLayoutChg chg="del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2209977519" sldId="2147483648"/>
            <pc:sldLayoutMk cId="960648375" sldId="2147483651"/>
          </pc:sldLayoutMkLst>
        </pc:sldLayoutChg>
        <pc:sldLayoutChg chg="del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2209977519" sldId="2147483648"/>
            <pc:sldLayoutMk cId="2782244947" sldId="2147483652"/>
          </pc:sldLayoutMkLst>
        </pc:sldLayoutChg>
        <pc:sldLayoutChg chg="del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2209977519" sldId="2147483648"/>
            <pc:sldLayoutMk cId="990158736" sldId="2147483653"/>
          </pc:sldLayoutMkLst>
        </pc:sldLayoutChg>
        <pc:sldLayoutChg chg="del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2209977519" sldId="2147483648"/>
            <pc:sldLayoutMk cId="727027711" sldId="2147483654"/>
          </pc:sldLayoutMkLst>
        </pc:sldLayoutChg>
        <pc:sldLayoutChg chg="del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2209977519" sldId="2147483648"/>
            <pc:sldLayoutMk cId="1212999818" sldId="2147483655"/>
          </pc:sldLayoutMkLst>
        </pc:sldLayoutChg>
        <pc:sldLayoutChg chg="del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2209977519" sldId="2147483648"/>
            <pc:sldLayoutMk cId="1840726560" sldId="2147483656"/>
          </pc:sldLayoutMkLst>
        </pc:sldLayoutChg>
        <pc:sldLayoutChg chg="del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2209977519" sldId="2147483648"/>
            <pc:sldLayoutMk cId="3889236939" sldId="2147483657"/>
          </pc:sldLayoutMkLst>
        </pc:sldLayoutChg>
        <pc:sldLayoutChg chg="del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2209977519" sldId="2147483648"/>
            <pc:sldLayoutMk cId="2910927964" sldId="2147483658"/>
          </pc:sldLayoutMkLst>
        </pc:sldLayoutChg>
        <pc:sldLayoutChg chg="del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addSldLayout modSldLayout">
        <pc:chgData name="Vachas Ketan Shah" userId="S::vachas.shah@accionlabs.com::10b1b334-1db7-4454-9470-d81387e3839f" providerId="AD" clId="Web-{9D1A1B25-9BF3-7BD9-462E-A3175C6B0C23}" dt="2025-03-12T19:10:49.378" v="0"/>
        <pc:sldMasterMkLst>
          <pc:docMk/>
          <pc:sldMasterMk cId="3381918563" sldId="2147483660"/>
        </pc:sldMasterMkLst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2181307313" sldId="2147483661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4175393082" sldId="2147483662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3270126504" sldId="2147483663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3631178484" sldId="2147483664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969022855" sldId="2147483665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2008905438" sldId="2147483666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281350670" sldId="2147483667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3927506119" sldId="2147483668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3134153022" sldId="2147483669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343190044" sldId="2147483670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1705594634" sldId="2147483671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3703310368" sldId="2147483672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119863604" sldId="2147483673"/>
          </pc:sldLayoutMkLst>
        </pc:sldLayoutChg>
        <pc:sldLayoutChg chg="add mod replId">
          <pc:chgData name="Vachas Ketan Shah" userId="S::vachas.shah@accionlabs.com::10b1b334-1db7-4454-9470-d81387e3839f" providerId="AD" clId="Web-{9D1A1B25-9BF3-7BD9-462E-A3175C6B0C23}" dt="2025-03-12T19:10:49.378" v="0"/>
          <pc:sldLayoutMkLst>
            <pc:docMk/>
            <pc:sldMasterMk cId="3381918563" sldId="2147483660"/>
            <pc:sldLayoutMk cId="384916228" sldId="2147483674"/>
          </pc:sldLayoutMkLst>
        </pc:sldLayoutChg>
      </pc:sldMasterChg>
    </pc:docChg>
  </pc:docChgLst>
  <pc:docChgLst>
    <pc:chgData name="Vachas Ketan Shah" userId="S::vachas.shah@accionlabs.com::10b1b334-1db7-4454-9470-d81387e3839f" providerId="AD" clId="Web-{17198D21-07CB-AF38-5F21-92EBD9D0E70A}"/>
    <pc:docChg chg="modSld">
      <pc:chgData name="Vachas Ketan Shah" userId="S::vachas.shah@accionlabs.com::10b1b334-1db7-4454-9470-d81387e3839f" providerId="AD" clId="Web-{17198D21-07CB-AF38-5F21-92EBD9D0E70A}" dt="2025-03-12T17:39:11.778" v="1" actId="20577"/>
      <pc:docMkLst>
        <pc:docMk/>
      </pc:docMkLst>
      <pc:sldChg chg="modSp">
        <pc:chgData name="Vachas Ketan Shah" userId="S::vachas.shah@accionlabs.com::10b1b334-1db7-4454-9470-d81387e3839f" providerId="AD" clId="Web-{17198D21-07CB-AF38-5F21-92EBD9D0E70A}" dt="2025-03-12T17:39:11.778" v="1" actId="20577"/>
        <pc:sldMkLst>
          <pc:docMk/>
          <pc:sldMk cId="0" sldId="256"/>
        </pc:sldMkLst>
        <pc:spChg chg="mod">
          <ac:chgData name="Vachas Ketan Shah" userId="S::vachas.shah@accionlabs.com::10b1b334-1db7-4454-9470-d81387e3839f" providerId="AD" clId="Web-{17198D21-07CB-AF38-5F21-92EBD9D0E70A}" dt="2025-03-12T17:39:11.778" v="1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995B9F-B2DA-481F-81B5-4E721092B6A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941C651-4D01-4743-97F9-3446AB8EFBF4}">
      <dgm:prSet/>
      <dgm:spPr/>
      <dgm:t>
        <a:bodyPr/>
        <a:lstStyle/>
        <a:p>
          <a:r>
            <a:rPr lang="en-US"/>
            <a:t>- Brief overview of Big Bazaar and its market presence.</a:t>
          </a:r>
        </a:p>
      </dgm:t>
    </dgm:pt>
    <dgm:pt modelId="{D500612B-0359-442F-9E4B-1AC6CA5FE6BB}" type="parTrans" cxnId="{AAFD7831-5EA1-46A8-A3E1-5B9B8DAE2D16}">
      <dgm:prSet/>
      <dgm:spPr/>
      <dgm:t>
        <a:bodyPr/>
        <a:lstStyle/>
        <a:p>
          <a:endParaRPr lang="en-US"/>
        </a:p>
      </dgm:t>
    </dgm:pt>
    <dgm:pt modelId="{52326A89-361C-4D95-B200-064000977AB2}" type="sibTrans" cxnId="{AAFD7831-5EA1-46A8-A3E1-5B9B8DAE2D16}">
      <dgm:prSet/>
      <dgm:spPr/>
      <dgm:t>
        <a:bodyPr/>
        <a:lstStyle/>
        <a:p>
          <a:endParaRPr lang="en-US"/>
        </a:p>
      </dgm:t>
    </dgm:pt>
    <dgm:pt modelId="{B7FDB324-4CFC-4E32-BE33-28F9F377BA6A}">
      <dgm:prSet/>
      <dgm:spPr/>
      <dgm:t>
        <a:bodyPr/>
        <a:lstStyle/>
        <a:p>
          <a:r>
            <a:rPr lang="en-US"/>
            <a:t>- Objective: Select top 10 suppliers for online/offline ads to boost sales and brand awareness.</a:t>
          </a:r>
        </a:p>
      </dgm:t>
    </dgm:pt>
    <dgm:pt modelId="{3F3EED5E-BA35-49F8-8AC3-19DA648C140B}" type="parTrans" cxnId="{A9335382-E7D3-4BC7-A855-CA1E4431A6F9}">
      <dgm:prSet/>
      <dgm:spPr/>
      <dgm:t>
        <a:bodyPr/>
        <a:lstStyle/>
        <a:p>
          <a:endParaRPr lang="en-US"/>
        </a:p>
      </dgm:t>
    </dgm:pt>
    <dgm:pt modelId="{A3B47672-F1F5-4389-8E30-F9301062FC8C}" type="sibTrans" cxnId="{A9335382-E7D3-4BC7-A855-CA1E4431A6F9}">
      <dgm:prSet/>
      <dgm:spPr/>
      <dgm:t>
        <a:bodyPr/>
        <a:lstStyle/>
        <a:p>
          <a:endParaRPr lang="en-US"/>
        </a:p>
      </dgm:t>
    </dgm:pt>
    <dgm:pt modelId="{C5D4848B-E1AA-4825-8F27-EA3F273CA52C}">
      <dgm:prSet/>
      <dgm:spPr/>
      <dgm:t>
        <a:bodyPr/>
        <a:lstStyle/>
        <a:p>
          <a:r>
            <a:rPr lang="en-US"/>
            <a:t>- Key question: How can data science optimize ad campaigns for suppliers and Big Bazaar?</a:t>
          </a:r>
        </a:p>
      </dgm:t>
    </dgm:pt>
    <dgm:pt modelId="{EAC7281B-FC98-4DD2-B595-C85DE9702802}" type="parTrans" cxnId="{2EF31091-CD57-466B-8572-D5D141CAEDF5}">
      <dgm:prSet/>
      <dgm:spPr/>
      <dgm:t>
        <a:bodyPr/>
        <a:lstStyle/>
        <a:p>
          <a:endParaRPr lang="en-US"/>
        </a:p>
      </dgm:t>
    </dgm:pt>
    <dgm:pt modelId="{03AF36BA-AFBA-473E-8AAB-38D9A4ABC049}" type="sibTrans" cxnId="{2EF31091-CD57-466B-8572-D5D141CAEDF5}">
      <dgm:prSet/>
      <dgm:spPr/>
      <dgm:t>
        <a:bodyPr/>
        <a:lstStyle/>
        <a:p>
          <a:endParaRPr lang="en-US"/>
        </a:p>
      </dgm:t>
    </dgm:pt>
    <dgm:pt modelId="{DC6BE38A-EE91-4995-9840-048BAB76F365}" type="pres">
      <dgm:prSet presAssocID="{75995B9F-B2DA-481F-81B5-4E721092B6A8}" presName="root" presStyleCnt="0">
        <dgm:presLayoutVars>
          <dgm:dir/>
          <dgm:resizeHandles val="exact"/>
        </dgm:presLayoutVars>
      </dgm:prSet>
      <dgm:spPr/>
    </dgm:pt>
    <dgm:pt modelId="{320C9FE7-5206-4821-B3FF-AA76D10C8A52}" type="pres">
      <dgm:prSet presAssocID="{3941C651-4D01-4743-97F9-3446AB8EFBF4}" presName="compNode" presStyleCnt="0"/>
      <dgm:spPr/>
    </dgm:pt>
    <dgm:pt modelId="{7E8B3DB8-D76C-41A7-A9E5-4F79C158D1FE}" type="pres">
      <dgm:prSet presAssocID="{3941C651-4D01-4743-97F9-3446AB8EFBF4}" presName="bgRect" presStyleLbl="bgShp" presStyleIdx="0" presStyleCnt="3"/>
      <dgm:spPr/>
    </dgm:pt>
    <dgm:pt modelId="{C1AE45CE-D951-4762-914D-D47CFED32056}" type="pres">
      <dgm:prSet presAssocID="{3941C651-4D01-4743-97F9-3446AB8EFBF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C214F8EA-1A58-4750-A492-24B328B1570A}" type="pres">
      <dgm:prSet presAssocID="{3941C651-4D01-4743-97F9-3446AB8EFBF4}" presName="spaceRect" presStyleCnt="0"/>
      <dgm:spPr/>
    </dgm:pt>
    <dgm:pt modelId="{615B0BAC-AAF8-4345-B627-E8DEE93245AB}" type="pres">
      <dgm:prSet presAssocID="{3941C651-4D01-4743-97F9-3446AB8EFBF4}" presName="parTx" presStyleLbl="revTx" presStyleIdx="0" presStyleCnt="3">
        <dgm:presLayoutVars>
          <dgm:chMax val="0"/>
          <dgm:chPref val="0"/>
        </dgm:presLayoutVars>
      </dgm:prSet>
      <dgm:spPr/>
    </dgm:pt>
    <dgm:pt modelId="{E2DE3F38-B9D1-44F6-A334-27FED6A72E12}" type="pres">
      <dgm:prSet presAssocID="{52326A89-361C-4D95-B200-064000977AB2}" presName="sibTrans" presStyleCnt="0"/>
      <dgm:spPr/>
    </dgm:pt>
    <dgm:pt modelId="{5E860D92-0D3A-437F-9B72-2D07BF892389}" type="pres">
      <dgm:prSet presAssocID="{B7FDB324-4CFC-4E32-BE33-28F9F377BA6A}" presName="compNode" presStyleCnt="0"/>
      <dgm:spPr/>
    </dgm:pt>
    <dgm:pt modelId="{4335F4AF-AD72-4484-B415-BCF059276495}" type="pres">
      <dgm:prSet presAssocID="{B7FDB324-4CFC-4E32-BE33-28F9F377BA6A}" presName="bgRect" presStyleLbl="bgShp" presStyleIdx="1" presStyleCnt="3"/>
      <dgm:spPr/>
    </dgm:pt>
    <dgm:pt modelId="{954F6696-669F-493C-961F-6810B3B5945C}" type="pres">
      <dgm:prSet presAssocID="{B7FDB324-4CFC-4E32-BE33-28F9F377BA6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33D4F74C-CAEA-4C8B-982A-DCEEA11A7FC5}" type="pres">
      <dgm:prSet presAssocID="{B7FDB324-4CFC-4E32-BE33-28F9F377BA6A}" presName="spaceRect" presStyleCnt="0"/>
      <dgm:spPr/>
    </dgm:pt>
    <dgm:pt modelId="{6B9A37D7-9420-4E79-9A1B-9EAAFC0A78FB}" type="pres">
      <dgm:prSet presAssocID="{B7FDB324-4CFC-4E32-BE33-28F9F377BA6A}" presName="parTx" presStyleLbl="revTx" presStyleIdx="1" presStyleCnt="3">
        <dgm:presLayoutVars>
          <dgm:chMax val="0"/>
          <dgm:chPref val="0"/>
        </dgm:presLayoutVars>
      </dgm:prSet>
      <dgm:spPr/>
    </dgm:pt>
    <dgm:pt modelId="{3729A04A-B68B-441D-9E13-23BEAEB3E515}" type="pres">
      <dgm:prSet presAssocID="{A3B47672-F1F5-4389-8E30-F9301062FC8C}" presName="sibTrans" presStyleCnt="0"/>
      <dgm:spPr/>
    </dgm:pt>
    <dgm:pt modelId="{DD0FF755-BCF9-4937-ABF0-5D33B1268BEA}" type="pres">
      <dgm:prSet presAssocID="{C5D4848B-E1AA-4825-8F27-EA3F273CA52C}" presName="compNode" presStyleCnt="0"/>
      <dgm:spPr/>
    </dgm:pt>
    <dgm:pt modelId="{7D1A8890-12CF-4034-8AE6-91C3FB034C7C}" type="pres">
      <dgm:prSet presAssocID="{C5D4848B-E1AA-4825-8F27-EA3F273CA52C}" presName="bgRect" presStyleLbl="bgShp" presStyleIdx="2" presStyleCnt="3"/>
      <dgm:spPr/>
    </dgm:pt>
    <dgm:pt modelId="{AB194EB0-C38C-4E14-BE78-59DD1065CB0D}" type="pres">
      <dgm:prSet presAssocID="{C5D4848B-E1AA-4825-8F27-EA3F273CA52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0664717-0646-4797-B742-36E9DB07636F}" type="pres">
      <dgm:prSet presAssocID="{C5D4848B-E1AA-4825-8F27-EA3F273CA52C}" presName="spaceRect" presStyleCnt="0"/>
      <dgm:spPr/>
    </dgm:pt>
    <dgm:pt modelId="{6955D8F9-4F0D-440A-BB0A-CD5E5024F53B}" type="pres">
      <dgm:prSet presAssocID="{C5D4848B-E1AA-4825-8F27-EA3F273CA52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D7E3908-020F-4B8F-86AA-D6CE1D5C5A30}" type="presOf" srcId="{75995B9F-B2DA-481F-81B5-4E721092B6A8}" destId="{DC6BE38A-EE91-4995-9840-048BAB76F365}" srcOrd="0" destOrd="0" presId="urn:microsoft.com/office/officeart/2018/2/layout/IconVerticalSolidList"/>
    <dgm:cxn modelId="{A77D3D26-0DF9-4994-8846-BA6E80B9B706}" type="presOf" srcId="{B7FDB324-4CFC-4E32-BE33-28F9F377BA6A}" destId="{6B9A37D7-9420-4E79-9A1B-9EAAFC0A78FB}" srcOrd="0" destOrd="0" presId="urn:microsoft.com/office/officeart/2018/2/layout/IconVerticalSolidList"/>
    <dgm:cxn modelId="{AAFD7831-5EA1-46A8-A3E1-5B9B8DAE2D16}" srcId="{75995B9F-B2DA-481F-81B5-4E721092B6A8}" destId="{3941C651-4D01-4743-97F9-3446AB8EFBF4}" srcOrd="0" destOrd="0" parTransId="{D500612B-0359-442F-9E4B-1AC6CA5FE6BB}" sibTransId="{52326A89-361C-4D95-B200-064000977AB2}"/>
    <dgm:cxn modelId="{F3C1113B-D731-4E5D-BACC-D44142F140E5}" type="presOf" srcId="{3941C651-4D01-4743-97F9-3446AB8EFBF4}" destId="{615B0BAC-AAF8-4345-B627-E8DEE93245AB}" srcOrd="0" destOrd="0" presId="urn:microsoft.com/office/officeart/2018/2/layout/IconVerticalSolidList"/>
    <dgm:cxn modelId="{382CE772-FC98-414F-BEAC-D5A69D440430}" type="presOf" srcId="{C5D4848B-E1AA-4825-8F27-EA3F273CA52C}" destId="{6955D8F9-4F0D-440A-BB0A-CD5E5024F53B}" srcOrd="0" destOrd="0" presId="urn:microsoft.com/office/officeart/2018/2/layout/IconVerticalSolidList"/>
    <dgm:cxn modelId="{A9335382-E7D3-4BC7-A855-CA1E4431A6F9}" srcId="{75995B9F-B2DA-481F-81B5-4E721092B6A8}" destId="{B7FDB324-4CFC-4E32-BE33-28F9F377BA6A}" srcOrd="1" destOrd="0" parTransId="{3F3EED5E-BA35-49F8-8AC3-19DA648C140B}" sibTransId="{A3B47672-F1F5-4389-8E30-F9301062FC8C}"/>
    <dgm:cxn modelId="{2EF31091-CD57-466B-8572-D5D141CAEDF5}" srcId="{75995B9F-B2DA-481F-81B5-4E721092B6A8}" destId="{C5D4848B-E1AA-4825-8F27-EA3F273CA52C}" srcOrd="2" destOrd="0" parTransId="{EAC7281B-FC98-4DD2-B595-C85DE9702802}" sibTransId="{03AF36BA-AFBA-473E-8AAB-38D9A4ABC049}"/>
    <dgm:cxn modelId="{92688883-474C-40EF-9C72-C1931F622DEB}" type="presParOf" srcId="{DC6BE38A-EE91-4995-9840-048BAB76F365}" destId="{320C9FE7-5206-4821-B3FF-AA76D10C8A52}" srcOrd="0" destOrd="0" presId="urn:microsoft.com/office/officeart/2018/2/layout/IconVerticalSolidList"/>
    <dgm:cxn modelId="{67B4A43A-CCD1-4277-9372-BE1F6BF98705}" type="presParOf" srcId="{320C9FE7-5206-4821-B3FF-AA76D10C8A52}" destId="{7E8B3DB8-D76C-41A7-A9E5-4F79C158D1FE}" srcOrd="0" destOrd="0" presId="urn:microsoft.com/office/officeart/2018/2/layout/IconVerticalSolidList"/>
    <dgm:cxn modelId="{2056C49C-1AF9-48DB-B78E-0DBAC7BB629F}" type="presParOf" srcId="{320C9FE7-5206-4821-B3FF-AA76D10C8A52}" destId="{C1AE45CE-D951-4762-914D-D47CFED32056}" srcOrd="1" destOrd="0" presId="urn:microsoft.com/office/officeart/2018/2/layout/IconVerticalSolidList"/>
    <dgm:cxn modelId="{CF068A2C-F60C-4B2C-B10F-55D195F4051B}" type="presParOf" srcId="{320C9FE7-5206-4821-B3FF-AA76D10C8A52}" destId="{C214F8EA-1A58-4750-A492-24B328B1570A}" srcOrd="2" destOrd="0" presId="urn:microsoft.com/office/officeart/2018/2/layout/IconVerticalSolidList"/>
    <dgm:cxn modelId="{F0289AFB-8A74-4753-807D-466E1A69BC18}" type="presParOf" srcId="{320C9FE7-5206-4821-B3FF-AA76D10C8A52}" destId="{615B0BAC-AAF8-4345-B627-E8DEE93245AB}" srcOrd="3" destOrd="0" presId="urn:microsoft.com/office/officeart/2018/2/layout/IconVerticalSolidList"/>
    <dgm:cxn modelId="{14E7541C-84B7-4B5A-82FE-FD87D4DFD037}" type="presParOf" srcId="{DC6BE38A-EE91-4995-9840-048BAB76F365}" destId="{E2DE3F38-B9D1-44F6-A334-27FED6A72E12}" srcOrd="1" destOrd="0" presId="urn:microsoft.com/office/officeart/2018/2/layout/IconVerticalSolidList"/>
    <dgm:cxn modelId="{98FF4F77-28EC-4684-A96C-55E066F5B134}" type="presParOf" srcId="{DC6BE38A-EE91-4995-9840-048BAB76F365}" destId="{5E860D92-0D3A-437F-9B72-2D07BF892389}" srcOrd="2" destOrd="0" presId="urn:microsoft.com/office/officeart/2018/2/layout/IconVerticalSolidList"/>
    <dgm:cxn modelId="{D3446402-2E1F-4A4D-8966-E6CAD4CEC392}" type="presParOf" srcId="{5E860D92-0D3A-437F-9B72-2D07BF892389}" destId="{4335F4AF-AD72-4484-B415-BCF059276495}" srcOrd="0" destOrd="0" presId="urn:microsoft.com/office/officeart/2018/2/layout/IconVerticalSolidList"/>
    <dgm:cxn modelId="{E6640175-56DB-4193-835E-0BE8C688BCDD}" type="presParOf" srcId="{5E860D92-0D3A-437F-9B72-2D07BF892389}" destId="{954F6696-669F-493C-961F-6810B3B5945C}" srcOrd="1" destOrd="0" presId="urn:microsoft.com/office/officeart/2018/2/layout/IconVerticalSolidList"/>
    <dgm:cxn modelId="{9F797797-9461-4D70-93D2-37AB0D0D6FB8}" type="presParOf" srcId="{5E860D92-0D3A-437F-9B72-2D07BF892389}" destId="{33D4F74C-CAEA-4C8B-982A-DCEEA11A7FC5}" srcOrd="2" destOrd="0" presId="urn:microsoft.com/office/officeart/2018/2/layout/IconVerticalSolidList"/>
    <dgm:cxn modelId="{E4A2B7C7-8949-4C8C-9758-3E12A3F0B24B}" type="presParOf" srcId="{5E860D92-0D3A-437F-9B72-2D07BF892389}" destId="{6B9A37D7-9420-4E79-9A1B-9EAAFC0A78FB}" srcOrd="3" destOrd="0" presId="urn:microsoft.com/office/officeart/2018/2/layout/IconVerticalSolidList"/>
    <dgm:cxn modelId="{6B6421B1-5BD6-4091-939E-9A6563881D28}" type="presParOf" srcId="{DC6BE38A-EE91-4995-9840-048BAB76F365}" destId="{3729A04A-B68B-441D-9E13-23BEAEB3E515}" srcOrd="3" destOrd="0" presId="urn:microsoft.com/office/officeart/2018/2/layout/IconVerticalSolidList"/>
    <dgm:cxn modelId="{101D85ED-7236-4C90-A47C-76D16CFC76DA}" type="presParOf" srcId="{DC6BE38A-EE91-4995-9840-048BAB76F365}" destId="{DD0FF755-BCF9-4937-ABF0-5D33B1268BEA}" srcOrd="4" destOrd="0" presId="urn:microsoft.com/office/officeart/2018/2/layout/IconVerticalSolidList"/>
    <dgm:cxn modelId="{E03E90A2-AEEA-4B2F-B9E4-D6718076C23A}" type="presParOf" srcId="{DD0FF755-BCF9-4937-ABF0-5D33B1268BEA}" destId="{7D1A8890-12CF-4034-8AE6-91C3FB034C7C}" srcOrd="0" destOrd="0" presId="urn:microsoft.com/office/officeart/2018/2/layout/IconVerticalSolidList"/>
    <dgm:cxn modelId="{C971B817-A4BD-43CB-A55A-B8E9FF7F284D}" type="presParOf" srcId="{DD0FF755-BCF9-4937-ABF0-5D33B1268BEA}" destId="{AB194EB0-C38C-4E14-BE78-59DD1065CB0D}" srcOrd="1" destOrd="0" presId="urn:microsoft.com/office/officeart/2018/2/layout/IconVerticalSolidList"/>
    <dgm:cxn modelId="{4F51BD59-4C9C-41CF-9280-73E7BC9AD67E}" type="presParOf" srcId="{DD0FF755-BCF9-4937-ABF0-5D33B1268BEA}" destId="{E0664717-0646-4797-B742-36E9DB07636F}" srcOrd="2" destOrd="0" presId="urn:microsoft.com/office/officeart/2018/2/layout/IconVerticalSolidList"/>
    <dgm:cxn modelId="{349D488C-3909-4C05-8480-4893970D4CA0}" type="presParOf" srcId="{DD0FF755-BCF9-4937-ABF0-5D33B1268BEA}" destId="{6955D8F9-4F0D-440A-BB0A-CD5E5024F5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782DC1-F0B4-4DD9-BA7D-49236231793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6B83A0E1-697E-4EC4-A907-0818FF31DDA8}">
      <dgm:prSet/>
      <dgm:spPr/>
      <dgm:t>
        <a:bodyPr/>
        <a:lstStyle/>
        <a:p>
          <a:r>
            <a:rPr lang="en-US"/>
            <a:t>- How to measure the impact of ads on supplier performance?</a:t>
          </a:r>
        </a:p>
      </dgm:t>
    </dgm:pt>
    <dgm:pt modelId="{04EFB7D9-F874-479C-A390-25E685355CB9}" type="parTrans" cxnId="{C1A5D8BD-0A87-4FCA-8484-12F3A7D21486}">
      <dgm:prSet/>
      <dgm:spPr/>
      <dgm:t>
        <a:bodyPr/>
        <a:lstStyle/>
        <a:p>
          <a:endParaRPr lang="en-US"/>
        </a:p>
      </dgm:t>
    </dgm:pt>
    <dgm:pt modelId="{4B73DED4-1A76-4AB5-9455-C42790C13658}" type="sibTrans" cxnId="{C1A5D8BD-0A87-4FCA-8484-12F3A7D21486}">
      <dgm:prSet/>
      <dgm:spPr/>
      <dgm:t>
        <a:bodyPr/>
        <a:lstStyle/>
        <a:p>
          <a:endParaRPr lang="en-US"/>
        </a:p>
      </dgm:t>
    </dgm:pt>
    <dgm:pt modelId="{18D32BD3-7996-4492-BAF9-5E89FE808E1B}">
      <dgm:prSet/>
      <dgm:spPr/>
      <dgm:t>
        <a:bodyPr/>
        <a:lstStyle/>
        <a:p>
          <a:r>
            <a:rPr lang="en-US"/>
            <a:t>- How to identify the best suppliers for ad campaigns?</a:t>
          </a:r>
        </a:p>
      </dgm:t>
    </dgm:pt>
    <dgm:pt modelId="{7EB24CCF-6946-4B42-9151-FF26A58230FA}" type="parTrans" cxnId="{46724B5E-F5FA-4BA6-9BCF-F5A1F62BB24F}">
      <dgm:prSet/>
      <dgm:spPr/>
      <dgm:t>
        <a:bodyPr/>
        <a:lstStyle/>
        <a:p>
          <a:endParaRPr lang="en-US"/>
        </a:p>
      </dgm:t>
    </dgm:pt>
    <dgm:pt modelId="{2E00A8AB-5C38-4145-AD97-A6C2FE90FBBA}" type="sibTrans" cxnId="{46724B5E-F5FA-4BA6-9BCF-F5A1F62BB24F}">
      <dgm:prSet/>
      <dgm:spPr/>
      <dgm:t>
        <a:bodyPr/>
        <a:lstStyle/>
        <a:p>
          <a:endParaRPr lang="en-US"/>
        </a:p>
      </dgm:t>
    </dgm:pt>
    <dgm:pt modelId="{98694FB8-DD26-4CCB-9F4E-E1AB8DC2730B}">
      <dgm:prSet/>
      <dgm:spPr/>
      <dgm:t>
        <a:bodyPr/>
        <a:lstStyle/>
        <a:p>
          <a:r>
            <a:rPr lang="en-US"/>
            <a:t>- How to ensure mutual benefits for suppliers and Big Bazaar?</a:t>
          </a:r>
        </a:p>
      </dgm:t>
    </dgm:pt>
    <dgm:pt modelId="{DE8FBF90-6123-4586-A7F9-2F0EB7002ABC}" type="parTrans" cxnId="{E808E22D-F80E-4F7F-AE22-CDC6DCDC0A24}">
      <dgm:prSet/>
      <dgm:spPr/>
      <dgm:t>
        <a:bodyPr/>
        <a:lstStyle/>
        <a:p>
          <a:endParaRPr lang="en-US"/>
        </a:p>
      </dgm:t>
    </dgm:pt>
    <dgm:pt modelId="{C008BD9C-E4C8-4A90-9501-559994D70D2C}" type="sibTrans" cxnId="{E808E22D-F80E-4F7F-AE22-CDC6DCDC0A24}">
      <dgm:prSet/>
      <dgm:spPr/>
      <dgm:t>
        <a:bodyPr/>
        <a:lstStyle/>
        <a:p>
          <a:endParaRPr lang="en-US"/>
        </a:p>
      </dgm:t>
    </dgm:pt>
    <dgm:pt modelId="{AF348E14-DE86-4879-9584-ACE1EDF2637E}" type="pres">
      <dgm:prSet presAssocID="{86782DC1-F0B4-4DD9-BA7D-492362317935}" presName="root" presStyleCnt="0">
        <dgm:presLayoutVars>
          <dgm:dir/>
          <dgm:resizeHandles val="exact"/>
        </dgm:presLayoutVars>
      </dgm:prSet>
      <dgm:spPr/>
    </dgm:pt>
    <dgm:pt modelId="{3EEC200E-0A37-49F3-93A1-7BA54847E910}" type="pres">
      <dgm:prSet presAssocID="{6B83A0E1-697E-4EC4-A907-0818FF31DDA8}" presName="compNode" presStyleCnt="0"/>
      <dgm:spPr/>
    </dgm:pt>
    <dgm:pt modelId="{05F2D06C-595C-4AA6-BF23-522C36D92217}" type="pres">
      <dgm:prSet presAssocID="{6B83A0E1-697E-4EC4-A907-0818FF31DDA8}" presName="bgRect" presStyleLbl="bgShp" presStyleIdx="0" presStyleCnt="3"/>
      <dgm:spPr/>
    </dgm:pt>
    <dgm:pt modelId="{FA605524-C340-437B-B0B6-28650667B4EB}" type="pres">
      <dgm:prSet presAssocID="{6B83A0E1-697E-4EC4-A907-0818FF31DDA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655286D0-B02E-4708-9BBE-350BB569C498}" type="pres">
      <dgm:prSet presAssocID="{6B83A0E1-697E-4EC4-A907-0818FF31DDA8}" presName="spaceRect" presStyleCnt="0"/>
      <dgm:spPr/>
    </dgm:pt>
    <dgm:pt modelId="{14B34D15-CBDF-41C1-A87A-31FA810B4913}" type="pres">
      <dgm:prSet presAssocID="{6B83A0E1-697E-4EC4-A907-0818FF31DDA8}" presName="parTx" presStyleLbl="revTx" presStyleIdx="0" presStyleCnt="3">
        <dgm:presLayoutVars>
          <dgm:chMax val="0"/>
          <dgm:chPref val="0"/>
        </dgm:presLayoutVars>
      </dgm:prSet>
      <dgm:spPr/>
    </dgm:pt>
    <dgm:pt modelId="{0FDA32A3-2007-4E09-9E3D-EACE63A38EC6}" type="pres">
      <dgm:prSet presAssocID="{4B73DED4-1A76-4AB5-9455-C42790C13658}" presName="sibTrans" presStyleCnt="0"/>
      <dgm:spPr/>
    </dgm:pt>
    <dgm:pt modelId="{3C09AD1A-2DB9-47D6-A360-DE1F72845D49}" type="pres">
      <dgm:prSet presAssocID="{18D32BD3-7996-4492-BAF9-5E89FE808E1B}" presName="compNode" presStyleCnt="0"/>
      <dgm:spPr/>
    </dgm:pt>
    <dgm:pt modelId="{3B0C035E-63D2-407D-8B15-D3850E66A10E}" type="pres">
      <dgm:prSet presAssocID="{18D32BD3-7996-4492-BAF9-5E89FE808E1B}" presName="bgRect" presStyleLbl="bgShp" presStyleIdx="1" presStyleCnt="3"/>
      <dgm:spPr/>
    </dgm:pt>
    <dgm:pt modelId="{A3D5D947-BE8F-451E-B78A-A74123AB2F88}" type="pres">
      <dgm:prSet presAssocID="{18D32BD3-7996-4492-BAF9-5E89FE808E1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88022AAC-61FC-416E-9DAF-86FBD7D519C2}" type="pres">
      <dgm:prSet presAssocID="{18D32BD3-7996-4492-BAF9-5E89FE808E1B}" presName="spaceRect" presStyleCnt="0"/>
      <dgm:spPr/>
    </dgm:pt>
    <dgm:pt modelId="{91E89615-E8C6-4F83-9BFF-F24CB83E8B3F}" type="pres">
      <dgm:prSet presAssocID="{18D32BD3-7996-4492-BAF9-5E89FE808E1B}" presName="parTx" presStyleLbl="revTx" presStyleIdx="1" presStyleCnt="3">
        <dgm:presLayoutVars>
          <dgm:chMax val="0"/>
          <dgm:chPref val="0"/>
        </dgm:presLayoutVars>
      </dgm:prSet>
      <dgm:spPr/>
    </dgm:pt>
    <dgm:pt modelId="{E204DD79-988F-4969-90CD-D9771AB25743}" type="pres">
      <dgm:prSet presAssocID="{2E00A8AB-5C38-4145-AD97-A6C2FE90FBBA}" presName="sibTrans" presStyleCnt="0"/>
      <dgm:spPr/>
    </dgm:pt>
    <dgm:pt modelId="{103A19C9-5F21-4056-8E60-3126A0B65EAF}" type="pres">
      <dgm:prSet presAssocID="{98694FB8-DD26-4CCB-9F4E-E1AB8DC2730B}" presName="compNode" presStyleCnt="0"/>
      <dgm:spPr/>
    </dgm:pt>
    <dgm:pt modelId="{3B5B1770-BA11-4285-BFC5-315C69623F8D}" type="pres">
      <dgm:prSet presAssocID="{98694FB8-DD26-4CCB-9F4E-E1AB8DC2730B}" presName="bgRect" presStyleLbl="bgShp" presStyleIdx="2" presStyleCnt="3"/>
      <dgm:spPr/>
    </dgm:pt>
    <dgm:pt modelId="{81E6E0BC-9B17-48A2-BD3D-FE3A1B439652}" type="pres">
      <dgm:prSet presAssocID="{98694FB8-DD26-4CCB-9F4E-E1AB8DC273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C07C6F4-DA62-4D25-8095-54F9D1C93DE0}" type="pres">
      <dgm:prSet presAssocID="{98694FB8-DD26-4CCB-9F4E-E1AB8DC2730B}" presName="spaceRect" presStyleCnt="0"/>
      <dgm:spPr/>
    </dgm:pt>
    <dgm:pt modelId="{D251D8E5-B97F-4B6C-808D-24F221588459}" type="pres">
      <dgm:prSet presAssocID="{98694FB8-DD26-4CCB-9F4E-E1AB8DC2730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100C41A-7A9E-4EDB-AA15-5DD00245E535}" type="presOf" srcId="{98694FB8-DD26-4CCB-9F4E-E1AB8DC2730B}" destId="{D251D8E5-B97F-4B6C-808D-24F221588459}" srcOrd="0" destOrd="0" presId="urn:microsoft.com/office/officeart/2018/2/layout/IconVerticalSolidList"/>
    <dgm:cxn modelId="{E808E22D-F80E-4F7F-AE22-CDC6DCDC0A24}" srcId="{86782DC1-F0B4-4DD9-BA7D-492362317935}" destId="{98694FB8-DD26-4CCB-9F4E-E1AB8DC2730B}" srcOrd="2" destOrd="0" parTransId="{DE8FBF90-6123-4586-A7F9-2F0EB7002ABC}" sibTransId="{C008BD9C-E4C8-4A90-9501-559994D70D2C}"/>
    <dgm:cxn modelId="{46724B5E-F5FA-4BA6-9BCF-F5A1F62BB24F}" srcId="{86782DC1-F0B4-4DD9-BA7D-492362317935}" destId="{18D32BD3-7996-4492-BAF9-5E89FE808E1B}" srcOrd="1" destOrd="0" parTransId="{7EB24CCF-6946-4B42-9151-FF26A58230FA}" sibTransId="{2E00A8AB-5C38-4145-AD97-A6C2FE90FBBA}"/>
    <dgm:cxn modelId="{9F5F1746-69D6-4147-8278-B4069477AA84}" type="presOf" srcId="{18D32BD3-7996-4492-BAF9-5E89FE808E1B}" destId="{91E89615-E8C6-4F83-9BFF-F24CB83E8B3F}" srcOrd="0" destOrd="0" presId="urn:microsoft.com/office/officeart/2018/2/layout/IconVerticalSolidList"/>
    <dgm:cxn modelId="{45382A68-912F-4EE2-AA25-F345DA8957F7}" type="presOf" srcId="{86782DC1-F0B4-4DD9-BA7D-492362317935}" destId="{AF348E14-DE86-4879-9584-ACE1EDF2637E}" srcOrd="0" destOrd="0" presId="urn:microsoft.com/office/officeart/2018/2/layout/IconVerticalSolidList"/>
    <dgm:cxn modelId="{CDA519AA-9142-40FA-8CA6-639F53E834B9}" type="presOf" srcId="{6B83A0E1-697E-4EC4-A907-0818FF31DDA8}" destId="{14B34D15-CBDF-41C1-A87A-31FA810B4913}" srcOrd="0" destOrd="0" presId="urn:microsoft.com/office/officeart/2018/2/layout/IconVerticalSolidList"/>
    <dgm:cxn modelId="{C1A5D8BD-0A87-4FCA-8484-12F3A7D21486}" srcId="{86782DC1-F0B4-4DD9-BA7D-492362317935}" destId="{6B83A0E1-697E-4EC4-A907-0818FF31DDA8}" srcOrd="0" destOrd="0" parTransId="{04EFB7D9-F874-479C-A390-25E685355CB9}" sibTransId="{4B73DED4-1A76-4AB5-9455-C42790C13658}"/>
    <dgm:cxn modelId="{AE4BFBB7-4D56-4696-AF3E-891733954040}" type="presParOf" srcId="{AF348E14-DE86-4879-9584-ACE1EDF2637E}" destId="{3EEC200E-0A37-49F3-93A1-7BA54847E910}" srcOrd="0" destOrd="0" presId="urn:microsoft.com/office/officeart/2018/2/layout/IconVerticalSolidList"/>
    <dgm:cxn modelId="{1A08EF48-78CB-48FE-9091-0C05FAF6825C}" type="presParOf" srcId="{3EEC200E-0A37-49F3-93A1-7BA54847E910}" destId="{05F2D06C-595C-4AA6-BF23-522C36D92217}" srcOrd="0" destOrd="0" presId="urn:microsoft.com/office/officeart/2018/2/layout/IconVerticalSolidList"/>
    <dgm:cxn modelId="{55260AA0-864C-440D-8AC8-036D28519A30}" type="presParOf" srcId="{3EEC200E-0A37-49F3-93A1-7BA54847E910}" destId="{FA605524-C340-437B-B0B6-28650667B4EB}" srcOrd="1" destOrd="0" presId="urn:microsoft.com/office/officeart/2018/2/layout/IconVerticalSolidList"/>
    <dgm:cxn modelId="{3EB53ABD-E80B-4DBC-ABA5-E6105A64F7BF}" type="presParOf" srcId="{3EEC200E-0A37-49F3-93A1-7BA54847E910}" destId="{655286D0-B02E-4708-9BBE-350BB569C498}" srcOrd="2" destOrd="0" presId="urn:microsoft.com/office/officeart/2018/2/layout/IconVerticalSolidList"/>
    <dgm:cxn modelId="{9D6062E4-4003-45A3-AE3C-6FF3BD210CAA}" type="presParOf" srcId="{3EEC200E-0A37-49F3-93A1-7BA54847E910}" destId="{14B34D15-CBDF-41C1-A87A-31FA810B4913}" srcOrd="3" destOrd="0" presId="urn:microsoft.com/office/officeart/2018/2/layout/IconVerticalSolidList"/>
    <dgm:cxn modelId="{50840F9A-6FE3-449B-A65C-A07C5E842BBB}" type="presParOf" srcId="{AF348E14-DE86-4879-9584-ACE1EDF2637E}" destId="{0FDA32A3-2007-4E09-9E3D-EACE63A38EC6}" srcOrd="1" destOrd="0" presId="urn:microsoft.com/office/officeart/2018/2/layout/IconVerticalSolidList"/>
    <dgm:cxn modelId="{D199BAA6-7B6D-4DE9-B1B6-92DCB9FCBF73}" type="presParOf" srcId="{AF348E14-DE86-4879-9584-ACE1EDF2637E}" destId="{3C09AD1A-2DB9-47D6-A360-DE1F72845D49}" srcOrd="2" destOrd="0" presId="urn:microsoft.com/office/officeart/2018/2/layout/IconVerticalSolidList"/>
    <dgm:cxn modelId="{5E577CFC-EE51-4483-BA5B-BAF67BDF1017}" type="presParOf" srcId="{3C09AD1A-2DB9-47D6-A360-DE1F72845D49}" destId="{3B0C035E-63D2-407D-8B15-D3850E66A10E}" srcOrd="0" destOrd="0" presId="urn:microsoft.com/office/officeart/2018/2/layout/IconVerticalSolidList"/>
    <dgm:cxn modelId="{8CBA0B27-362F-4123-BAFA-5A8569ECF301}" type="presParOf" srcId="{3C09AD1A-2DB9-47D6-A360-DE1F72845D49}" destId="{A3D5D947-BE8F-451E-B78A-A74123AB2F88}" srcOrd="1" destOrd="0" presId="urn:microsoft.com/office/officeart/2018/2/layout/IconVerticalSolidList"/>
    <dgm:cxn modelId="{2EB79931-D84B-474F-B643-0928153E1351}" type="presParOf" srcId="{3C09AD1A-2DB9-47D6-A360-DE1F72845D49}" destId="{88022AAC-61FC-416E-9DAF-86FBD7D519C2}" srcOrd="2" destOrd="0" presId="urn:microsoft.com/office/officeart/2018/2/layout/IconVerticalSolidList"/>
    <dgm:cxn modelId="{19D4DB76-1C2E-457E-9A66-B3B033514053}" type="presParOf" srcId="{3C09AD1A-2DB9-47D6-A360-DE1F72845D49}" destId="{91E89615-E8C6-4F83-9BFF-F24CB83E8B3F}" srcOrd="3" destOrd="0" presId="urn:microsoft.com/office/officeart/2018/2/layout/IconVerticalSolidList"/>
    <dgm:cxn modelId="{4FCBA119-D80C-42F9-925B-C50D9FB044C9}" type="presParOf" srcId="{AF348E14-DE86-4879-9584-ACE1EDF2637E}" destId="{E204DD79-988F-4969-90CD-D9771AB25743}" srcOrd="3" destOrd="0" presId="urn:microsoft.com/office/officeart/2018/2/layout/IconVerticalSolidList"/>
    <dgm:cxn modelId="{23A91CBE-6254-409A-B3EC-176419F5055F}" type="presParOf" srcId="{AF348E14-DE86-4879-9584-ACE1EDF2637E}" destId="{103A19C9-5F21-4056-8E60-3126A0B65EAF}" srcOrd="4" destOrd="0" presId="urn:microsoft.com/office/officeart/2018/2/layout/IconVerticalSolidList"/>
    <dgm:cxn modelId="{5FFE2E13-BA8A-4E77-8588-67BEE01491AB}" type="presParOf" srcId="{103A19C9-5F21-4056-8E60-3126A0B65EAF}" destId="{3B5B1770-BA11-4285-BFC5-315C69623F8D}" srcOrd="0" destOrd="0" presId="urn:microsoft.com/office/officeart/2018/2/layout/IconVerticalSolidList"/>
    <dgm:cxn modelId="{59DEC8AC-3065-4D62-9DE2-B337A9FEE604}" type="presParOf" srcId="{103A19C9-5F21-4056-8E60-3126A0B65EAF}" destId="{81E6E0BC-9B17-48A2-BD3D-FE3A1B439652}" srcOrd="1" destOrd="0" presId="urn:microsoft.com/office/officeart/2018/2/layout/IconVerticalSolidList"/>
    <dgm:cxn modelId="{2C1F8087-A044-4F67-AC2B-CFFAF20F8F96}" type="presParOf" srcId="{103A19C9-5F21-4056-8E60-3126A0B65EAF}" destId="{6C07C6F4-DA62-4D25-8095-54F9D1C93DE0}" srcOrd="2" destOrd="0" presId="urn:microsoft.com/office/officeart/2018/2/layout/IconVerticalSolidList"/>
    <dgm:cxn modelId="{4EFFC9F8-213A-4F7D-877E-358A106E5338}" type="presParOf" srcId="{103A19C9-5F21-4056-8E60-3126A0B65EAF}" destId="{D251D8E5-B97F-4B6C-808D-24F22158845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00A402-1F67-471B-A029-102341D6366F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AC51C56-C6D2-45DB-A5D1-9F447FDEC6A1}">
      <dgm:prSet/>
      <dgm:spPr/>
      <dgm:t>
        <a:bodyPr/>
        <a:lstStyle/>
        <a:p>
          <a:r>
            <a:rPr lang="en-US"/>
            <a:t>- H1: Ads improve supplier performance (sales, engagement).</a:t>
          </a:r>
        </a:p>
      </dgm:t>
    </dgm:pt>
    <dgm:pt modelId="{2C68FF30-43DB-46CD-ACDF-89FE84E4C89F}" type="parTrans" cxnId="{4163AABC-FB93-43B9-8F5F-759578887E33}">
      <dgm:prSet/>
      <dgm:spPr/>
      <dgm:t>
        <a:bodyPr/>
        <a:lstStyle/>
        <a:p>
          <a:endParaRPr lang="en-US"/>
        </a:p>
      </dgm:t>
    </dgm:pt>
    <dgm:pt modelId="{EF55E9A0-D026-46DA-B408-FC9F445A5328}" type="sibTrans" cxnId="{4163AABC-FB93-43B9-8F5F-759578887E33}">
      <dgm:prSet/>
      <dgm:spPr/>
      <dgm:t>
        <a:bodyPr/>
        <a:lstStyle/>
        <a:p>
          <a:endParaRPr lang="en-US"/>
        </a:p>
      </dgm:t>
    </dgm:pt>
    <dgm:pt modelId="{B1D56A4A-1DB4-485D-8036-7219C490444E}">
      <dgm:prSet/>
      <dgm:spPr/>
      <dgm:t>
        <a:bodyPr/>
        <a:lstStyle/>
        <a:p>
          <a:r>
            <a:rPr lang="en-US"/>
            <a:t>- H2: Positive relationship between ad targeting and sales outcomes.</a:t>
          </a:r>
        </a:p>
      </dgm:t>
    </dgm:pt>
    <dgm:pt modelId="{94AC268B-0251-4441-8AE8-2FD3BD64A0F1}" type="parTrans" cxnId="{7CB143B5-0C9C-43DF-93C8-DFBCCA08D388}">
      <dgm:prSet/>
      <dgm:spPr/>
      <dgm:t>
        <a:bodyPr/>
        <a:lstStyle/>
        <a:p>
          <a:endParaRPr lang="en-US"/>
        </a:p>
      </dgm:t>
    </dgm:pt>
    <dgm:pt modelId="{D0DE889A-07E7-4ABA-A123-91F78BC8D342}" type="sibTrans" cxnId="{7CB143B5-0C9C-43DF-93C8-DFBCCA08D388}">
      <dgm:prSet/>
      <dgm:spPr/>
      <dgm:t>
        <a:bodyPr/>
        <a:lstStyle/>
        <a:p>
          <a:endParaRPr lang="en-US"/>
        </a:p>
      </dgm:t>
    </dgm:pt>
    <dgm:pt modelId="{2F9705F4-25D7-4732-9523-C641E71504D7}">
      <dgm:prSet/>
      <dgm:spPr/>
      <dgm:t>
        <a:bodyPr/>
        <a:lstStyle/>
        <a:p>
          <a:r>
            <a:rPr lang="en-US"/>
            <a:t>- H3: Certain factors (ad spend, product quality) drive sales.</a:t>
          </a:r>
        </a:p>
      </dgm:t>
    </dgm:pt>
    <dgm:pt modelId="{72EB8C3D-D58B-4E03-B6FB-72691FCFFDEA}" type="parTrans" cxnId="{A57C9F47-A2DB-4356-9D93-801864B0778F}">
      <dgm:prSet/>
      <dgm:spPr/>
      <dgm:t>
        <a:bodyPr/>
        <a:lstStyle/>
        <a:p>
          <a:endParaRPr lang="en-US"/>
        </a:p>
      </dgm:t>
    </dgm:pt>
    <dgm:pt modelId="{AB662D62-3EA6-4BFD-9B2A-B1B53B526979}" type="sibTrans" cxnId="{A57C9F47-A2DB-4356-9D93-801864B0778F}">
      <dgm:prSet/>
      <dgm:spPr/>
      <dgm:t>
        <a:bodyPr/>
        <a:lstStyle/>
        <a:p>
          <a:endParaRPr lang="en-US"/>
        </a:p>
      </dgm:t>
    </dgm:pt>
    <dgm:pt modelId="{9AEA60AE-5337-4D70-8931-C1E258358825}" type="pres">
      <dgm:prSet presAssocID="{1C00A402-1F67-471B-A029-102341D6366F}" presName="outerComposite" presStyleCnt="0">
        <dgm:presLayoutVars>
          <dgm:chMax val="5"/>
          <dgm:dir/>
          <dgm:resizeHandles val="exact"/>
        </dgm:presLayoutVars>
      </dgm:prSet>
      <dgm:spPr/>
    </dgm:pt>
    <dgm:pt modelId="{C9EB60A7-8356-4FCA-81D9-27F7E06D11B5}" type="pres">
      <dgm:prSet presAssocID="{1C00A402-1F67-471B-A029-102341D6366F}" presName="dummyMaxCanvas" presStyleCnt="0">
        <dgm:presLayoutVars/>
      </dgm:prSet>
      <dgm:spPr/>
    </dgm:pt>
    <dgm:pt modelId="{9CD5CE45-3E58-4C48-8744-66435D5DAC5B}" type="pres">
      <dgm:prSet presAssocID="{1C00A402-1F67-471B-A029-102341D6366F}" presName="ThreeNodes_1" presStyleLbl="node1" presStyleIdx="0" presStyleCnt="3">
        <dgm:presLayoutVars>
          <dgm:bulletEnabled val="1"/>
        </dgm:presLayoutVars>
      </dgm:prSet>
      <dgm:spPr/>
    </dgm:pt>
    <dgm:pt modelId="{79981332-5A4D-4592-B6A4-4B9C8E3454FB}" type="pres">
      <dgm:prSet presAssocID="{1C00A402-1F67-471B-A029-102341D6366F}" presName="ThreeNodes_2" presStyleLbl="node1" presStyleIdx="1" presStyleCnt="3">
        <dgm:presLayoutVars>
          <dgm:bulletEnabled val="1"/>
        </dgm:presLayoutVars>
      </dgm:prSet>
      <dgm:spPr/>
    </dgm:pt>
    <dgm:pt modelId="{0DD03351-C453-403F-BF0E-B164CBCC3E4A}" type="pres">
      <dgm:prSet presAssocID="{1C00A402-1F67-471B-A029-102341D6366F}" presName="ThreeNodes_3" presStyleLbl="node1" presStyleIdx="2" presStyleCnt="3">
        <dgm:presLayoutVars>
          <dgm:bulletEnabled val="1"/>
        </dgm:presLayoutVars>
      </dgm:prSet>
      <dgm:spPr/>
    </dgm:pt>
    <dgm:pt modelId="{153F3945-5492-4293-9EB0-EE9E5B636BA6}" type="pres">
      <dgm:prSet presAssocID="{1C00A402-1F67-471B-A029-102341D6366F}" presName="ThreeConn_1-2" presStyleLbl="fgAccFollowNode1" presStyleIdx="0" presStyleCnt="2">
        <dgm:presLayoutVars>
          <dgm:bulletEnabled val="1"/>
        </dgm:presLayoutVars>
      </dgm:prSet>
      <dgm:spPr/>
    </dgm:pt>
    <dgm:pt modelId="{A68221B8-28A7-404A-8CCB-FE210703F285}" type="pres">
      <dgm:prSet presAssocID="{1C00A402-1F67-471B-A029-102341D6366F}" presName="ThreeConn_2-3" presStyleLbl="fgAccFollowNode1" presStyleIdx="1" presStyleCnt="2">
        <dgm:presLayoutVars>
          <dgm:bulletEnabled val="1"/>
        </dgm:presLayoutVars>
      </dgm:prSet>
      <dgm:spPr/>
    </dgm:pt>
    <dgm:pt modelId="{88C09EF0-853B-4141-BAD4-52C1502B873A}" type="pres">
      <dgm:prSet presAssocID="{1C00A402-1F67-471B-A029-102341D6366F}" presName="ThreeNodes_1_text" presStyleLbl="node1" presStyleIdx="2" presStyleCnt="3">
        <dgm:presLayoutVars>
          <dgm:bulletEnabled val="1"/>
        </dgm:presLayoutVars>
      </dgm:prSet>
      <dgm:spPr/>
    </dgm:pt>
    <dgm:pt modelId="{CA11141D-8D17-4840-A63D-9A3C1866DABF}" type="pres">
      <dgm:prSet presAssocID="{1C00A402-1F67-471B-A029-102341D6366F}" presName="ThreeNodes_2_text" presStyleLbl="node1" presStyleIdx="2" presStyleCnt="3">
        <dgm:presLayoutVars>
          <dgm:bulletEnabled val="1"/>
        </dgm:presLayoutVars>
      </dgm:prSet>
      <dgm:spPr/>
    </dgm:pt>
    <dgm:pt modelId="{124516BF-DCE1-4D35-B02C-E1F419C42C1B}" type="pres">
      <dgm:prSet presAssocID="{1C00A402-1F67-471B-A029-102341D6366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04DB506-62BF-4AFD-93E7-7BCCDD6ADBC8}" type="presOf" srcId="{2F9705F4-25D7-4732-9523-C641E71504D7}" destId="{0DD03351-C453-403F-BF0E-B164CBCC3E4A}" srcOrd="0" destOrd="0" presId="urn:microsoft.com/office/officeart/2005/8/layout/vProcess5"/>
    <dgm:cxn modelId="{7E6C9927-5C02-496C-9D76-A481F6DDE9A1}" type="presOf" srcId="{4AC51C56-C6D2-45DB-A5D1-9F447FDEC6A1}" destId="{88C09EF0-853B-4141-BAD4-52C1502B873A}" srcOrd="1" destOrd="0" presId="urn:microsoft.com/office/officeart/2005/8/layout/vProcess5"/>
    <dgm:cxn modelId="{A57C9F47-A2DB-4356-9D93-801864B0778F}" srcId="{1C00A402-1F67-471B-A029-102341D6366F}" destId="{2F9705F4-25D7-4732-9523-C641E71504D7}" srcOrd="2" destOrd="0" parTransId="{72EB8C3D-D58B-4E03-B6FB-72691FCFFDEA}" sibTransId="{AB662D62-3EA6-4BFD-9B2A-B1B53B526979}"/>
    <dgm:cxn modelId="{38697F6C-EFDF-4CA8-B385-62A531070564}" type="presOf" srcId="{2F9705F4-25D7-4732-9523-C641E71504D7}" destId="{124516BF-DCE1-4D35-B02C-E1F419C42C1B}" srcOrd="1" destOrd="0" presId="urn:microsoft.com/office/officeart/2005/8/layout/vProcess5"/>
    <dgm:cxn modelId="{F02C1074-7BA0-47AF-BD7A-38D00D9B5C5D}" type="presOf" srcId="{EF55E9A0-D026-46DA-B408-FC9F445A5328}" destId="{153F3945-5492-4293-9EB0-EE9E5B636BA6}" srcOrd="0" destOrd="0" presId="urn:microsoft.com/office/officeart/2005/8/layout/vProcess5"/>
    <dgm:cxn modelId="{FB863F80-B6F7-4814-A5B8-3A5AFFD94442}" type="presOf" srcId="{1C00A402-1F67-471B-A029-102341D6366F}" destId="{9AEA60AE-5337-4D70-8931-C1E258358825}" srcOrd="0" destOrd="0" presId="urn:microsoft.com/office/officeart/2005/8/layout/vProcess5"/>
    <dgm:cxn modelId="{DEE27AA1-9B4B-4DE0-B95E-F8BF55E91E09}" type="presOf" srcId="{B1D56A4A-1DB4-485D-8036-7219C490444E}" destId="{79981332-5A4D-4592-B6A4-4B9C8E3454FB}" srcOrd="0" destOrd="0" presId="urn:microsoft.com/office/officeart/2005/8/layout/vProcess5"/>
    <dgm:cxn modelId="{7CB143B5-0C9C-43DF-93C8-DFBCCA08D388}" srcId="{1C00A402-1F67-471B-A029-102341D6366F}" destId="{B1D56A4A-1DB4-485D-8036-7219C490444E}" srcOrd="1" destOrd="0" parTransId="{94AC268B-0251-4441-8AE8-2FD3BD64A0F1}" sibTransId="{D0DE889A-07E7-4ABA-A123-91F78BC8D342}"/>
    <dgm:cxn modelId="{4163AABC-FB93-43B9-8F5F-759578887E33}" srcId="{1C00A402-1F67-471B-A029-102341D6366F}" destId="{4AC51C56-C6D2-45DB-A5D1-9F447FDEC6A1}" srcOrd="0" destOrd="0" parTransId="{2C68FF30-43DB-46CD-ACDF-89FE84E4C89F}" sibTransId="{EF55E9A0-D026-46DA-B408-FC9F445A5328}"/>
    <dgm:cxn modelId="{3BA699C1-7201-49D7-A8E5-80FA3EEB154A}" type="presOf" srcId="{D0DE889A-07E7-4ABA-A123-91F78BC8D342}" destId="{A68221B8-28A7-404A-8CCB-FE210703F285}" srcOrd="0" destOrd="0" presId="urn:microsoft.com/office/officeart/2005/8/layout/vProcess5"/>
    <dgm:cxn modelId="{E65935DD-4393-4267-8657-772FFFED90D8}" type="presOf" srcId="{B1D56A4A-1DB4-485D-8036-7219C490444E}" destId="{CA11141D-8D17-4840-A63D-9A3C1866DABF}" srcOrd="1" destOrd="0" presId="urn:microsoft.com/office/officeart/2005/8/layout/vProcess5"/>
    <dgm:cxn modelId="{EE2F1BF5-025C-4978-86D9-969E03927EA5}" type="presOf" srcId="{4AC51C56-C6D2-45DB-A5D1-9F447FDEC6A1}" destId="{9CD5CE45-3E58-4C48-8744-66435D5DAC5B}" srcOrd="0" destOrd="0" presId="urn:microsoft.com/office/officeart/2005/8/layout/vProcess5"/>
    <dgm:cxn modelId="{80961203-2023-4D84-9014-E10A626E9737}" type="presParOf" srcId="{9AEA60AE-5337-4D70-8931-C1E258358825}" destId="{C9EB60A7-8356-4FCA-81D9-27F7E06D11B5}" srcOrd="0" destOrd="0" presId="urn:microsoft.com/office/officeart/2005/8/layout/vProcess5"/>
    <dgm:cxn modelId="{AD1B63F6-B9FB-405E-8553-4E085C047F31}" type="presParOf" srcId="{9AEA60AE-5337-4D70-8931-C1E258358825}" destId="{9CD5CE45-3E58-4C48-8744-66435D5DAC5B}" srcOrd="1" destOrd="0" presId="urn:microsoft.com/office/officeart/2005/8/layout/vProcess5"/>
    <dgm:cxn modelId="{962E5F76-749A-4C8F-9897-2E22FC4AF44C}" type="presParOf" srcId="{9AEA60AE-5337-4D70-8931-C1E258358825}" destId="{79981332-5A4D-4592-B6A4-4B9C8E3454FB}" srcOrd="2" destOrd="0" presId="urn:microsoft.com/office/officeart/2005/8/layout/vProcess5"/>
    <dgm:cxn modelId="{B265F3BE-D44B-4264-93C2-79382B1E7CFF}" type="presParOf" srcId="{9AEA60AE-5337-4D70-8931-C1E258358825}" destId="{0DD03351-C453-403F-BF0E-B164CBCC3E4A}" srcOrd="3" destOrd="0" presId="urn:microsoft.com/office/officeart/2005/8/layout/vProcess5"/>
    <dgm:cxn modelId="{8AF29CD8-387E-46C8-B1C0-ABFC2FB1781E}" type="presParOf" srcId="{9AEA60AE-5337-4D70-8931-C1E258358825}" destId="{153F3945-5492-4293-9EB0-EE9E5B636BA6}" srcOrd="4" destOrd="0" presId="urn:microsoft.com/office/officeart/2005/8/layout/vProcess5"/>
    <dgm:cxn modelId="{86570B58-B0FD-472C-8148-A1FFE5571A11}" type="presParOf" srcId="{9AEA60AE-5337-4D70-8931-C1E258358825}" destId="{A68221B8-28A7-404A-8CCB-FE210703F285}" srcOrd="5" destOrd="0" presId="urn:microsoft.com/office/officeart/2005/8/layout/vProcess5"/>
    <dgm:cxn modelId="{80BAEBEE-5AAB-465A-A550-D1BCA4D9929F}" type="presParOf" srcId="{9AEA60AE-5337-4D70-8931-C1E258358825}" destId="{88C09EF0-853B-4141-BAD4-52C1502B873A}" srcOrd="6" destOrd="0" presId="urn:microsoft.com/office/officeart/2005/8/layout/vProcess5"/>
    <dgm:cxn modelId="{9DD502A7-873E-4922-BC8D-B18438710B42}" type="presParOf" srcId="{9AEA60AE-5337-4D70-8931-C1E258358825}" destId="{CA11141D-8D17-4840-A63D-9A3C1866DABF}" srcOrd="7" destOrd="0" presId="urn:microsoft.com/office/officeart/2005/8/layout/vProcess5"/>
    <dgm:cxn modelId="{546255F2-097F-4107-BAF3-B978789CC647}" type="presParOf" srcId="{9AEA60AE-5337-4D70-8931-C1E258358825}" destId="{124516BF-DCE1-4D35-B02C-E1F419C42C1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CE5C0E-C6A5-4C06-8657-548113A296B1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9AD7A47-FB49-491C-8022-2C372E165039}">
      <dgm:prSet/>
      <dgm:spPr/>
      <dgm:t>
        <a:bodyPr/>
        <a:lstStyle/>
        <a:p>
          <a:pPr rtl="0"/>
          <a:r>
            <a:rPr lang="en-US" dirty="0"/>
            <a:t>- Supplier Data:</a:t>
          </a:r>
          <a:endParaRPr lang="en-US" dirty="0">
            <a:latin typeface="Century Gothic" panose="020B0502020202020204"/>
          </a:endParaRPr>
        </a:p>
      </dgm:t>
    </dgm:pt>
    <dgm:pt modelId="{0966F731-1635-4221-8155-793522D0777D}" type="parTrans" cxnId="{DB5AA3D2-204C-4617-A315-AE0EFB491420}">
      <dgm:prSet/>
      <dgm:spPr/>
      <dgm:t>
        <a:bodyPr/>
        <a:lstStyle/>
        <a:p>
          <a:endParaRPr lang="en-US"/>
        </a:p>
      </dgm:t>
    </dgm:pt>
    <dgm:pt modelId="{3429606E-3FDB-493E-8698-6CADE6F5019B}" type="sibTrans" cxnId="{DB5AA3D2-204C-4617-A315-AE0EFB491420}">
      <dgm:prSet/>
      <dgm:spPr/>
      <dgm:t>
        <a:bodyPr/>
        <a:lstStyle/>
        <a:p>
          <a:endParaRPr lang="en-US"/>
        </a:p>
      </dgm:t>
    </dgm:pt>
    <dgm:pt modelId="{05499B33-0395-4653-9ED7-BF7EDA379BAA}">
      <dgm:prSet/>
      <dgm:spPr/>
      <dgm:t>
        <a:bodyPr/>
        <a:lstStyle/>
        <a:p>
          <a:pPr rtl="0"/>
          <a:r>
            <a:rPr lang="en-US" dirty="0"/>
            <a:t>- Ad Data:</a:t>
          </a:r>
          <a:endParaRPr lang="en-US" dirty="0">
            <a:latin typeface="Century Gothic" panose="020B0502020202020204"/>
          </a:endParaRPr>
        </a:p>
      </dgm:t>
    </dgm:pt>
    <dgm:pt modelId="{C47CA6E8-9D03-4E28-BF24-6B67AEEE9503}" type="parTrans" cxnId="{4FBFF94B-90C3-4CE6-BBAA-9712B12E8B5F}">
      <dgm:prSet/>
      <dgm:spPr/>
      <dgm:t>
        <a:bodyPr/>
        <a:lstStyle/>
        <a:p>
          <a:endParaRPr lang="en-US"/>
        </a:p>
      </dgm:t>
    </dgm:pt>
    <dgm:pt modelId="{261D46CD-E419-4B4E-8683-8D73F6B42A70}" type="sibTrans" cxnId="{4FBFF94B-90C3-4CE6-BBAA-9712B12E8B5F}">
      <dgm:prSet/>
      <dgm:spPr/>
      <dgm:t>
        <a:bodyPr/>
        <a:lstStyle/>
        <a:p>
          <a:endParaRPr lang="en-US"/>
        </a:p>
      </dgm:t>
    </dgm:pt>
    <dgm:pt modelId="{5A5B03D7-B9AE-481B-ADD9-CB1FEE67FF4A}">
      <dgm:prSet/>
      <dgm:spPr/>
      <dgm:t>
        <a:bodyPr/>
        <a:lstStyle/>
        <a:p>
          <a:pPr rtl="0"/>
          <a:r>
            <a:rPr lang="en-US" dirty="0"/>
            <a:t>- Customer Data: </a:t>
          </a:r>
          <a:endParaRPr lang="en-US" dirty="0">
            <a:latin typeface="Century Gothic" panose="020B0502020202020204"/>
          </a:endParaRPr>
        </a:p>
      </dgm:t>
    </dgm:pt>
    <dgm:pt modelId="{5872B7BA-CF0F-4E30-B312-8692E06525CC}" type="parTrans" cxnId="{E63D5FF5-E59E-4BE0-B2FF-9358FB737C59}">
      <dgm:prSet/>
      <dgm:spPr/>
      <dgm:t>
        <a:bodyPr/>
        <a:lstStyle/>
        <a:p>
          <a:endParaRPr lang="en-US"/>
        </a:p>
      </dgm:t>
    </dgm:pt>
    <dgm:pt modelId="{920FF081-DB50-4B9E-A997-817261B46CC6}" type="sibTrans" cxnId="{E63D5FF5-E59E-4BE0-B2FF-9358FB737C59}">
      <dgm:prSet/>
      <dgm:spPr/>
      <dgm:t>
        <a:bodyPr/>
        <a:lstStyle/>
        <a:p>
          <a:endParaRPr lang="en-US"/>
        </a:p>
      </dgm:t>
    </dgm:pt>
    <dgm:pt modelId="{EB8BAFDA-FB68-4D20-8AC5-BB5E444FC186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 </a:t>
          </a:r>
          <a:r>
            <a:rPr lang="en-US" dirty="0"/>
            <a:t>Sales </a:t>
          </a:r>
          <a:r>
            <a:rPr lang="en-US" dirty="0">
              <a:latin typeface="Century Gothic" panose="020B0502020202020204"/>
            </a:rPr>
            <a:t>figures</a:t>
          </a:r>
        </a:p>
      </dgm:t>
    </dgm:pt>
    <dgm:pt modelId="{FA5E3C80-E71B-4AC8-A5B4-C33F53935FCE}" type="parTrans" cxnId="{57C96BD9-7FA7-4A6E-9DE8-8996718277C2}">
      <dgm:prSet/>
      <dgm:spPr/>
    </dgm:pt>
    <dgm:pt modelId="{4CC93BC7-EB37-43D5-A053-9EE33F173897}" type="sibTrans" cxnId="{57C96BD9-7FA7-4A6E-9DE8-8996718277C2}">
      <dgm:prSet/>
      <dgm:spPr/>
    </dgm:pt>
    <dgm:pt modelId="{6A6C94F6-C223-442C-930C-31BD75488157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product</a:t>
          </a:r>
          <a:r>
            <a:rPr lang="en-US" dirty="0"/>
            <a:t> categories</a:t>
          </a:r>
          <a:endParaRPr lang="en-US" dirty="0">
            <a:latin typeface="Century Gothic" panose="020B0502020202020204"/>
          </a:endParaRPr>
        </a:p>
      </dgm:t>
    </dgm:pt>
    <dgm:pt modelId="{6FDAA97F-D65F-46B5-91A6-98833F9A9797}" type="parTrans" cxnId="{4EA7FAB6-988A-47E4-956D-BB1DBA965661}">
      <dgm:prSet/>
      <dgm:spPr/>
    </dgm:pt>
    <dgm:pt modelId="{CE5B91B4-FD82-4056-A654-86D81B6FA86F}" type="sibTrans" cxnId="{4EA7FAB6-988A-47E4-956D-BB1DBA965661}">
      <dgm:prSet/>
      <dgm:spPr/>
    </dgm:pt>
    <dgm:pt modelId="{595863AC-D91A-491A-BE7C-EEB1C6D3553D}">
      <dgm:prSet phldr="0"/>
      <dgm:spPr/>
      <dgm:t>
        <a:bodyPr/>
        <a:lstStyle/>
        <a:p>
          <a:r>
            <a:rPr lang="en-US" dirty="0"/>
            <a:t>brand metrics.</a:t>
          </a:r>
        </a:p>
      </dgm:t>
    </dgm:pt>
    <dgm:pt modelId="{B8BD45BC-3DF8-4218-BCEC-30D76A25C441}" type="parTrans" cxnId="{31CEE36D-9012-4618-9192-6D0A10CB7076}">
      <dgm:prSet/>
      <dgm:spPr/>
    </dgm:pt>
    <dgm:pt modelId="{6C1DBF31-F574-403B-893E-AA218A514B32}" type="sibTrans" cxnId="{31CEE36D-9012-4618-9192-6D0A10CB7076}">
      <dgm:prSet/>
      <dgm:spPr/>
    </dgm:pt>
    <dgm:pt modelId="{2110463A-ABBD-44B3-8D9E-DAFD374F1110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 </a:t>
          </a:r>
          <a:r>
            <a:rPr lang="en-US" dirty="0"/>
            <a:t>Ad types</a:t>
          </a:r>
          <a:endParaRPr lang="en-US" dirty="0">
            <a:latin typeface="Century Gothic" panose="020B0502020202020204"/>
          </a:endParaRPr>
        </a:p>
      </dgm:t>
    </dgm:pt>
    <dgm:pt modelId="{808E0173-00BF-4919-A422-17338B81A76D}" type="parTrans" cxnId="{58B107E4-532D-4F6A-813B-DAE523EDF325}">
      <dgm:prSet/>
      <dgm:spPr/>
    </dgm:pt>
    <dgm:pt modelId="{8FCA7173-DED5-45C1-9212-E0E9A03CFC5B}" type="sibTrans" cxnId="{58B107E4-532D-4F6A-813B-DAE523EDF325}">
      <dgm:prSet/>
      <dgm:spPr/>
    </dgm:pt>
    <dgm:pt modelId="{0F727C86-C010-41DF-A7DC-2B56DA6E8FAE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 </a:t>
          </a:r>
          <a:r>
            <a:rPr lang="en-US" dirty="0"/>
            <a:t>target audience</a:t>
          </a:r>
          <a:endParaRPr lang="en-US" dirty="0">
            <a:latin typeface="Century Gothic" panose="020B0502020202020204"/>
          </a:endParaRPr>
        </a:p>
      </dgm:t>
    </dgm:pt>
    <dgm:pt modelId="{5D1D3971-B4CD-4D8E-859C-3497601DCA2F}" type="parTrans" cxnId="{6D9C3C2A-A80F-4050-A506-6F03B0185D6F}">
      <dgm:prSet/>
      <dgm:spPr/>
    </dgm:pt>
    <dgm:pt modelId="{A03C72CF-0FFC-4173-8983-F487DE23DDBE}" type="sibTrans" cxnId="{6D9C3C2A-A80F-4050-A506-6F03B0185D6F}">
      <dgm:prSet/>
      <dgm:spPr/>
    </dgm:pt>
    <dgm:pt modelId="{55BDD71E-B8E3-4234-B442-C73CD681DD47}">
      <dgm:prSet phldr="0"/>
      <dgm:spPr/>
      <dgm:t>
        <a:bodyPr/>
        <a:lstStyle/>
        <a:p>
          <a:r>
            <a:rPr lang="en-US" dirty="0">
              <a:latin typeface="Century Gothic" panose="020B0502020202020204"/>
            </a:rPr>
            <a:t> </a:t>
          </a:r>
          <a:r>
            <a:rPr lang="en-US" dirty="0"/>
            <a:t>ad spend.</a:t>
          </a:r>
        </a:p>
      </dgm:t>
    </dgm:pt>
    <dgm:pt modelId="{94CD6C72-7912-4F0F-B093-8B780AF66A54}" type="parTrans" cxnId="{B1DCB679-09E4-4362-97F6-E353D004ED02}">
      <dgm:prSet/>
      <dgm:spPr/>
    </dgm:pt>
    <dgm:pt modelId="{533E124C-4700-4A1F-AF2E-10E877E294B1}" type="sibTrans" cxnId="{B1DCB679-09E4-4362-97F6-E353D004ED02}">
      <dgm:prSet/>
      <dgm:spPr/>
    </dgm:pt>
    <dgm:pt modelId="{68C9310E-E6D6-40FB-A3E9-9A531F529A46}">
      <dgm:prSet phldr="0"/>
      <dgm:spPr/>
      <dgm:t>
        <a:bodyPr/>
        <a:lstStyle/>
        <a:p>
          <a:pPr rtl="0"/>
          <a:r>
            <a:rPr lang="en-US" dirty="0"/>
            <a:t>Purchase behavior</a:t>
          </a:r>
          <a:endParaRPr lang="en-US" dirty="0">
            <a:latin typeface="Century Gothic" panose="020B0502020202020204"/>
          </a:endParaRPr>
        </a:p>
      </dgm:t>
    </dgm:pt>
    <dgm:pt modelId="{64F3E267-E8AB-4DE4-BD81-926EE454603E}" type="parTrans" cxnId="{5E883639-5E46-4E01-9116-24E2E93C4F40}">
      <dgm:prSet/>
      <dgm:spPr/>
    </dgm:pt>
    <dgm:pt modelId="{F9EC8C35-E2BE-4965-949F-1181DA145F05}" type="sibTrans" cxnId="{5E883639-5E46-4E01-9116-24E2E93C4F40}">
      <dgm:prSet/>
      <dgm:spPr/>
    </dgm:pt>
    <dgm:pt modelId="{9F5CE77C-1B11-4E3A-8721-7FDFE30EDA03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 Demographics</a:t>
          </a:r>
        </a:p>
      </dgm:t>
    </dgm:pt>
    <dgm:pt modelId="{FFE838BA-091B-49E8-AAE2-DCB465BA9B78}" type="parTrans" cxnId="{BFAE4E44-C0EE-4F67-99A4-65304B9DB937}">
      <dgm:prSet/>
      <dgm:spPr/>
    </dgm:pt>
    <dgm:pt modelId="{9088C1B3-2D1B-4286-AAA0-A54BAAF7E84D}" type="sibTrans" cxnId="{BFAE4E44-C0EE-4F67-99A4-65304B9DB937}">
      <dgm:prSet/>
      <dgm:spPr/>
    </dgm:pt>
    <dgm:pt modelId="{B08CED07-7663-4134-AFFF-2B7907531F02}">
      <dgm:prSet phldr="0"/>
      <dgm:spPr/>
      <dgm:t>
        <a:bodyPr/>
        <a:lstStyle/>
        <a:p>
          <a:r>
            <a:rPr lang="en-US" dirty="0">
              <a:latin typeface="Century Gothic" panose="020B0502020202020204"/>
            </a:rPr>
            <a:t> </a:t>
          </a:r>
          <a:r>
            <a:rPr lang="en-US" dirty="0"/>
            <a:t>satisfaction.</a:t>
          </a:r>
        </a:p>
      </dgm:t>
    </dgm:pt>
    <dgm:pt modelId="{4AE91582-8128-4BF1-BF0B-209778B3E05F}" type="parTrans" cxnId="{67590CB3-D0A8-4E0E-85F9-1FD8FA790E09}">
      <dgm:prSet/>
      <dgm:spPr/>
    </dgm:pt>
    <dgm:pt modelId="{48938579-C0F6-4FF0-99F1-828F5B5DBE65}" type="sibTrans" cxnId="{67590CB3-D0A8-4E0E-85F9-1FD8FA790E09}">
      <dgm:prSet/>
      <dgm:spPr/>
    </dgm:pt>
    <dgm:pt modelId="{682D24C5-B89F-4088-8BF9-20094C0CF13E}" type="pres">
      <dgm:prSet presAssocID="{8FCE5C0E-C6A5-4C06-8657-548113A296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0A2878-B30D-4B1C-B3B4-0991B7CC67E2}" type="pres">
      <dgm:prSet presAssocID="{F9AD7A47-FB49-491C-8022-2C372E165039}" presName="hierRoot1" presStyleCnt="0"/>
      <dgm:spPr/>
    </dgm:pt>
    <dgm:pt modelId="{26463C7A-A5D3-481B-A8C2-93DF1DE6E736}" type="pres">
      <dgm:prSet presAssocID="{F9AD7A47-FB49-491C-8022-2C372E165039}" presName="composite" presStyleCnt="0"/>
      <dgm:spPr/>
    </dgm:pt>
    <dgm:pt modelId="{9F86C97B-9C6A-418B-805D-D80048850061}" type="pres">
      <dgm:prSet presAssocID="{F9AD7A47-FB49-491C-8022-2C372E165039}" presName="background" presStyleLbl="node0" presStyleIdx="0" presStyleCnt="3"/>
      <dgm:spPr/>
    </dgm:pt>
    <dgm:pt modelId="{C7A122FB-4928-4425-A95F-822E234BCFE7}" type="pres">
      <dgm:prSet presAssocID="{F9AD7A47-FB49-491C-8022-2C372E165039}" presName="text" presStyleLbl="fgAcc0" presStyleIdx="0" presStyleCnt="3">
        <dgm:presLayoutVars>
          <dgm:chPref val="3"/>
        </dgm:presLayoutVars>
      </dgm:prSet>
      <dgm:spPr/>
    </dgm:pt>
    <dgm:pt modelId="{547C1273-FA0B-4262-93F0-605386612F6E}" type="pres">
      <dgm:prSet presAssocID="{F9AD7A47-FB49-491C-8022-2C372E165039}" presName="hierChild2" presStyleCnt="0"/>
      <dgm:spPr/>
    </dgm:pt>
    <dgm:pt modelId="{C7168ADE-94E7-444B-B842-130A8B9C3386}" type="pres">
      <dgm:prSet presAssocID="{FA5E3C80-E71B-4AC8-A5B4-C33F53935FCE}" presName="Name10" presStyleLbl="parChTrans1D2" presStyleIdx="0" presStyleCnt="9"/>
      <dgm:spPr/>
    </dgm:pt>
    <dgm:pt modelId="{35B7213A-691A-4465-AFFF-953DAA380286}" type="pres">
      <dgm:prSet presAssocID="{EB8BAFDA-FB68-4D20-8AC5-BB5E444FC186}" presName="hierRoot2" presStyleCnt="0"/>
      <dgm:spPr/>
    </dgm:pt>
    <dgm:pt modelId="{DEDCBE6E-1739-4E39-82F5-10B196600A70}" type="pres">
      <dgm:prSet presAssocID="{EB8BAFDA-FB68-4D20-8AC5-BB5E444FC186}" presName="composite2" presStyleCnt="0"/>
      <dgm:spPr/>
    </dgm:pt>
    <dgm:pt modelId="{20063996-CE7D-4B24-874A-0990EE852F21}" type="pres">
      <dgm:prSet presAssocID="{EB8BAFDA-FB68-4D20-8AC5-BB5E444FC186}" presName="background2" presStyleLbl="node2" presStyleIdx="0" presStyleCnt="9"/>
      <dgm:spPr/>
    </dgm:pt>
    <dgm:pt modelId="{A273DA62-9055-4704-A00F-27C84C557940}" type="pres">
      <dgm:prSet presAssocID="{EB8BAFDA-FB68-4D20-8AC5-BB5E444FC186}" presName="text2" presStyleLbl="fgAcc2" presStyleIdx="0" presStyleCnt="9">
        <dgm:presLayoutVars>
          <dgm:chPref val="3"/>
        </dgm:presLayoutVars>
      </dgm:prSet>
      <dgm:spPr/>
    </dgm:pt>
    <dgm:pt modelId="{5192D8E2-97B3-40FE-8D48-288AE814BA8D}" type="pres">
      <dgm:prSet presAssocID="{EB8BAFDA-FB68-4D20-8AC5-BB5E444FC186}" presName="hierChild3" presStyleCnt="0"/>
      <dgm:spPr/>
    </dgm:pt>
    <dgm:pt modelId="{F17D1C4E-F6D0-4F09-9F91-006FEC83FC0B}" type="pres">
      <dgm:prSet presAssocID="{6FDAA97F-D65F-46B5-91A6-98833F9A9797}" presName="Name10" presStyleLbl="parChTrans1D2" presStyleIdx="1" presStyleCnt="9"/>
      <dgm:spPr/>
    </dgm:pt>
    <dgm:pt modelId="{1D170BE9-3D16-452C-984A-829E8664B3A1}" type="pres">
      <dgm:prSet presAssocID="{6A6C94F6-C223-442C-930C-31BD75488157}" presName="hierRoot2" presStyleCnt="0"/>
      <dgm:spPr/>
    </dgm:pt>
    <dgm:pt modelId="{77C92D46-A9F1-4C6F-93BB-5E278180A73F}" type="pres">
      <dgm:prSet presAssocID="{6A6C94F6-C223-442C-930C-31BD75488157}" presName="composite2" presStyleCnt="0"/>
      <dgm:spPr/>
    </dgm:pt>
    <dgm:pt modelId="{6EFDF8B6-618A-4405-B86A-F3C015C5DA49}" type="pres">
      <dgm:prSet presAssocID="{6A6C94F6-C223-442C-930C-31BD75488157}" presName="background2" presStyleLbl="node2" presStyleIdx="1" presStyleCnt="9"/>
      <dgm:spPr/>
    </dgm:pt>
    <dgm:pt modelId="{73884473-AAC1-4C81-B89E-7162C0077747}" type="pres">
      <dgm:prSet presAssocID="{6A6C94F6-C223-442C-930C-31BD75488157}" presName="text2" presStyleLbl="fgAcc2" presStyleIdx="1" presStyleCnt="9">
        <dgm:presLayoutVars>
          <dgm:chPref val="3"/>
        </dgm:presLayoutVars>
      </dgm:prSet>
      <dgm:spPr/>
    </dgm:pt>
    <dgm:pt modelId="{EE337158-D308-4423-BAB3-B451BA4A5C9F}" type="pres">
      <dgm:prSet presAssocID="{6A6C94F6-C223-442C-930C-31BD75488157}" presName="hierChild3" presStyleCnt="0"/>
      <dgm:spPr/>
    </dgm:pt>
    <dgm:pt modelId="{EE9AF2D7-CC7E-4666-8316-743A527F16F5}" type="pres">
      <dgm:prSet presAssocID="{B8BD45BC-3DF8-4218-BCEC-30D76A25C441}" presName="Name10" presStyleLbl="parChTrans1D2" presStyleIdx="2" presStyleCnt="9"/>
      <dgm:spPr/>
    </dgm:pt>
    <dgm:pt modelId="{00180C25-0ACF-427C-BD69-01508426E1C8}" type="pres">
      <dgm:prSet presAssocID="{595863AC-D91A-491A-BE7C-EEB1C6D3553D}" presName="hierRoot2" presStyleCnt="0"/>
      <dgm:spPr/>
    </dgm:pt>
    <dgm:pt modelId="{F98F9584-CCB4-4ED1-A4E8-B62F001DCF43}" type="pres">
      <dgm:prSet presAssocID="{595863AC-D91A-491A-BE7C-EEB1C6D3553D}" presName="composite2" presStyleCnt="0"/>
      <dgm:spPr/>
    </dgm:pt>
    <dgm:pt modelId="{24BE6DC7-D473-4438-9073-2C3A13B136C6}" type="pres">
      <dgm:prSet presAssocID="{595863AC-D91A-491A-BE7C-EEB1C6D3553D}" presName="background2" presStyleLbl="node2" presStyleIdx="2" presStyleCnt="9"/>
      <dgm:spPr/>
    </dgm:pt>
    <dgm:pt modelId="{9B9DBEE1-7111-45F9-9C69-2DD8A8AAB574}" type="pres">
      <dgm:prSet presAssocID="{595863AC-D91A-491A-BE7C-EEB1C6D3553D}" presName="text2" presStyleLbl="fgAcc2" presStyleIdx="2" presStyleCnt="9">
        <dgm:presLayoutVars>
          <dgm:chPref val="3"/>
        </dgm:presLayoutVars>
      </dgm:prSet>
      <dgm:spPr/>
    </dgm:pt>
    <dgm:pt modelId="{FCF739DB-555B-4B74-80C9-68AD3C6B3F81}" type="pres">
      <dgm:prSet presAssocID="{595863AC-D91A-491A-BE7C-EEB1C6D3553D}" presName="hierChild3" presStyleCnt="0"/>
      <dgm:spPr/>
    </dgm:pt>
    <dgm:pt modelId="{05F235C9-FE33-4891-B9DF-1571A08D2227}" type="pres">
      <dgm:prSet presAssocID="{05499B33-0395-4653-9ED7-BF7EDA379BAA}" presName="hierRoot1" presStyleCnt="0"/>
      <dgm:spPr/>
    </dgm:pt>
    <dgm:pt modelId="{3854DE86-73B4-4FE7-8508-1FC09304F9A7}" type="pres">
      <dgm:prSet presAssocID="{05499B33-0395-4653-9ED7-BF7EDA379BAA}" presName="composite" presStyleCnt="0"/>
      <dgm:spPr/>
    </dgm:pt>
    <dgm:pt modelId="{F0A02306-40B5-4D71-B19F-70CD9D17A93E}" type="pres">
      <dgm:prSet presAssocID="{05499B33-0395-4653-9ED7-BF7EDA379BAA}" presName="background" presStyleLbl="node0" presStyleIdx="1" presStyleCnt="3"/>
      <dgm:spPr/>
    </dgm:pt>
    <dgm:pt modelId="{189D9A4B-B5B8-4EDD-9221-B4059B59A61E}" type="pres">
      <dgm:prSet presAssocID="{05499B33-0395-4653-9ED7-BF7EDA379BAA}" presName="text" presStyleLbl="fgAcc0" presStyleIdx="1" presStyleCnt="3">
        <dgm:presLayoutVars>
          <dgm:chPref val="3"/>
        </dgm:presLayoutVars>
      </dgm:prSet>
      <dgm:spPr/>
    </dgm:pt>
    <dgm:pt modelId="{81F9104B-B90F-4DFF-969F-6D3D5733B81E}" type="pres">
      <dgm:prSet presAssocID="{05499B33-0395-4653-9ED7-BF7EDA379BAA}" presName="hierChild2" presStyleCnt="0"/>
      <dgm:spPr/>
    </dgm:pt>
    <dgm:pt modelId="{49BADD21-9D75-44BD-B26D-2695090D67E0}" type="pres">
      <dgm:prSet presAssocID="{808E0173-00BF-4919-A422-17338B81A76D}" presName="Name10" presStyleLbl="parChTrans1D2" presStyleIdx="3" presStyleCnt="9"/>
      <dgm:spPr/>
    </dgm:pt>
    <dgm:pt modelId="{BD16EF76-CC59-4295-972B-CD7213946982}" type="pres">
      <dgm:prSet presAssocID="{2110463A-ABBD-44B3-8D9E-DAFD374F1110}" presName="hierRoot2" presStyleCnt="0"/>
      <dgm:spPr/>
    </dgm:pt>
    <dgm:pt modelId="{B082FC56-0109-440D-B417-F05011A7CC10}" type="pres">
      <dgm:prSet presAssocID="{2110463A-ABBD-44B3-8D9E-DAFD374F1110}" presName="composite2" presStyleCnt="0"/>
      <dgm:spPr/>
    </dgm:pt>
    <dgm:pt modelId="{52E153FF-697A-4F3A-8050-2216C9C8E851}" type="pres">
      <dgm:prSet presAssocID="{2110463A-ABBD-44B3-8D9E-DAFD374F1110}" presName="background2" presStyleLbl="node2" presStyleIdx="3" presStyleCnt="9"/>
      <dgm:spPr/>
    </dgm:pt>
    <dgm:pt modelId="{EABF2B89-08B4-47EC-97E5-F0627BBB7C8C}" type="pres">
      <dgm:prSet presAssocID="{2110463A-ABBD-44B3-8D9E-DAFD374F1110}" presName="text2" presStyleLbl="fgAcc2" presStyleIdx="3" presStyleCnt="9">
        <dgm:presLayoutVars>
          <dgm:chPref val="3"/>
        </dgm:presLayoutVars>
      </dgm:prSet>
      <dgm:spPr/>
    </dgm:pt>
    <dgm:pt modelId="{93C1A3C8-966C-4F1D-AE48-CF9591119407}" type="pres">
      <dgm:prSet presAssocID="{2110463A-ABBD-44B3-8D9E-DAFD374F1110}" presName="hierChild3" presStyleCnt="0"/>
      <dgm:spPr/>
    </dgm:pt>
    <dgm:pt modelId="{966E2796-37CC-41ED-BD63-E60480DAAFCC}" type="pres">
      <dgm:prSet presAssocID="{5D1D3971-B4CD-4D8E-859C-3497601DCA2F}" presName="Name10" presStyleLbl="parChTrans1D2" presStyleIdx="4" presStyleCnt="9"/>
      <dgm:spPr/>
    </dgm:pt>
    <dgm:pt modelId="{F1D6A866-E171-4DCF-91FB-EAC33E514487}" type="pres">
      <dgm:prSet presAssocID="{0F727C86-C010-41DF-A7DC-2B56DA6E8FAE}" presName="hierRoot2" presStyleCnt="0"/>
      <dgm:spPr/>
    </dgm:pt>
    <dgm:pt modelId="{6ECC1F38-58FA-46F5-A4FA-28D4998FDE9E}" type="pres">
      <dgm:prSet presAssocID="{0F727C86-C010-41DF-A7DC-2B56DA6E8FAE}" presName="composite2" presStyleCnt="0"/>
      <dgm:spPr/>
    </dgm:pt>
    <dgm:pt modelId="{41F9925F-3B41-467D-AACC-A046B2CA4A3F}" type="pres">
      <dgm:prSet presAssocID="{0F727C86-C010-41DF-A7DC-2B56DA6E8FAE}" presName="background2" presStyleLbl="node2" presStyleIdx="4" presStyleCnt="9"/>
      <dgm:spPr/>
    </dgm:pt>
    <dgm:pt modelId="{B345F51F-D66C-4D30-B13D-F0003BAFEB25}" type="pres">
      <dgm:prSet presAssocID="{0F727C86-C010-41DF-A7DC-2B56DA6E8FAE}" presName="text2" presStyleLbl="fgAcc2" presStyleIdx="4" presStyleCnt="9">
        <dgm:presLayoutVars>
          <dgm:chPref val="3"/>
        </dgm:presLayoutVars>
      </dgm:prSet>
      <dgm:spPr/>
    </dgm:pt>
    <dgm:pt modelId="{257B336F-AD15-4CF7-9D86-B405882D61FB}" type="pres">
      <dgm:prSet presAssocID="{0F727C86-C010-41DF-A7DC-2B56DA6E8FAE}" presName="hierChild3" presStyleCnt="0"/>
      <dgm:spPr/>
    </dgm:pt>
    <dgm:pt modelId="{FC1D26C8-DD49-4AE5-AEA9-1F0C8E2853D2}" type="pres">
      <dgm:prSet presAssocID="{94CD6C72-7912-4F0F-B093-8B780AF66A54}" presName="Name10" presStyleLbl="parChTrans1D2" presStyleIdx="5" presStyleCnt="9"/>
      <dgm:spPr/>
    </dgm:pt>
    <dgm:pt modelId="{B2FB9431-DAE8-4B0E-9AFF-0FDF4DCD150E}" type="pres">
      <dgm:prSet presAssocID="{55BDD71E-B8E3-4234-B442-C73CD681DD47}" presName="hierRoot2" presStyleCnt="0"/>
      <dgm:spPr/>
    </dgm:pt>
    <dgm:pt modelId="{6D7A7C2C-A1B6-444A-BF7A-742436FDCFEE}" type="pres">
      <dgm:prSet presAssocID="{55BDD71E-B8E3-4234-B442-C73CD681DD47}" presName="composite2" presStyleCnt="0"/>
      <dgm:spPr/>
    </dgm:pt>
    <dgm:pt modelId="{2BC5DDCB-48CB-43E5-85A7-AAF7FA231416}" type="pres">
      <dgm:prSet presAssocID="{55BDD71E-B8E3-4234-B442-C73CD681DD47}" presName="background2" presStyleLbl="node2" presStyleIdx="5" presStyleCnt="9"/>
      <dgm:spPr/>
    </dgm:pt>
    <dgm:pt modelId="{5E5E1DC3-AA8B-466A-8FE3-91759383A207}" type="pres">
      <dgm:prSet presAssocID="{55BDD71E-B8E3-4234-B442-C73CD681DD47}" presName="text2" presStyleLbl="fgAcc2" presStyleIdx="5" presStyleCnt="9">
        <dgm:presLayoutVars>
          <dgm:chPref val="3"/>
        </dgm:presLayoutVars>
      </dgm:prSet>
      <dgm:spPr/>
    </dgm:pt>
    <dgm:pt modelId="{C2908D2C-6D0D-4F41-8A7C-AA433B4038D0}" type="pres">
      <dgm:prSet presAssocID="{55BDD71E-B8E3-4234-B442-C73CD681DD47}" presName="hierChild3" presStyleCnt="0"/>
      <dgm:spPr/>
    </dgm:pt>
    <dgm:pt modelId="{DDCB5048-D19E-40C0-8DC0-7105850ED210}" type="pres">
      <dgm:prSet presAssocID="{5A5B03D7-B9AE-481B-ADD9-CB1FEE67FF4A}" presName="hierRoot1" presStyleCnt="0"/>
      <dgm:spPr/>
    </dgm:pt>
    <dgm:pt modelId="{0F995A85-24F5-49FF-A043-F2E5EA25F7BB}" type="pres">
      <dgm:prSet presAssocID="{5A5B03D7-B9AE-481B-ADD9-CB1FEE67FF4A}" presName="composite" presStyleCnt="0"/>
      <dgm:spPr/>
    </dgm:pt>
    <dgm:pt modelId="{F6132A63-D047-4B10-A762-42F14CCF3897}" type="pres">
      <dgm:prSet presAssocID="{5A5B03D7-B9AE-481B-ADD9-CB1FEE67FF4A}" presName="background" presStyleLbl="node0" presStyleIdx="2" presStyleCnt="3"/>
      <dgm:spPr/>
    </dgm:pt>
    <dgm:pt modelId="{D9D63F69-C164-4462-807B-252175AD9C18}" type="pres">
      <dgm:prSet presAssocID="{5A5B03D7-B9AE-481B-ADD9-CB1FEE67FF4A}" presName="text" presStyleLbl="fgAcc0" presStyleIdx="2" presStyleCnt="3">
        <dgm:presLayoutVars>
          <dgm:chPref val="3"/>
        </dgm:presLayoutVars>
      </dgm:prSet>
      <dgm:spPr/>
    </dgm:pt>
    <dgm:pt modelId="{5BE49DC9-9794-4D74-9D45-5A60EDCE33D8}" type="pres">
      <dgm:prSet presAssocID="{5A5B03D7-B9AE-481B-ADD9-CB1FEE67FF4A}" presName="hierChild2" presStyleCnt="0"/>
      <dgm:spPr/>
    </dgm:pt>
    <dgm:pt modelId="{70CC35E2-82F8-4ADA-A0FD-4921C48B676C}" type="pres">
      <dgm:prSet presAssocID="{64F3E267-E8AB-4DE4-BD81-926EE454603E}" presName="Name10" presStyleLbl="parChTrans1D2" presStyleIdx="6" presStyleCnt="9"/>
      <dgm:spPr/>
    </dgm:pt>
    <dgm:pt modelId="{718510CC-895F-40F0-BF04-54CA8F895129}" type="pres">
      <dgm:prSet presAssocID="{68C9310E-E6D6-40FB-A3E9-9A531F529A46}" presName="hierRoot2" presStyleCnt="0"/>
      <dgm:spPr/>
    </dgm:pt>
    <dgm:pt modelId="{21ADCB23-D2DF-4700-9A11-ACE86E489B35}" type="pres">
      <dgm:prSet presAssocID="{68C9310E-E6D6-40FB-A3E9-9A531F529A46}" presName="composite2" presStyleCnt="0"/>
      <dgm:spPr/>
    </dgm:pt>
    <dgm:pt modelId="{208149B8-7960-410D-88E9-A155498BA75C}" type="pres">
      <dgm:prSet presAssocID="{68C9310E-E6D6-40FB-A3E9-9A531F529A46}" presName="background2" presStyleLbl="node2" presStyleIdx="6" presStyleCnt="9"/>
      <dgm:spPr/>
    </dgm:pt>
    <dgm:pt modelId="{6B36036C-22DC-4770-9858-2BD328148F24}" type="pres">
      <dgm:prSet presAssocID="{68C9310E-E6D6-40FB-A3E9-9A531F529A46}" presName="text2" presStyleLbl="fgAcc2" presStyleIdx="6" presStyleCnt="9">
        <dgm:presLayoutVars>
          <dgm:chPref val="3"/>
        </dgm:presLayoutVars>
      </dgm:prSet>
      <dgm:spPr/>
    </dgm:pt>
    <dgm:pt modelId="{885C5971-35A2-4259-A6BC-7A2CA142274D}" type="pres">
      <dgm:prSet presAssocID="{68C9310E-E6D6-40FB-A3E9-9A531F529A46}" presName="hierChild3" presStyleCnt="0"/>
      <dgm:spPr/>
    </dgm:pt>
    <dgm:pt modelId="{8404AF9E-3B00-4DD2-A630-F722311DF76C}" type="pres">
      <dgm:prSet presAssocID="{FFE838BA-091B-49E8-AAE2-DCB465BA9B78}" presName="Name10" presStyleLbl="parChTrans1D2" presStyleIdx="7" presStyleCnt="9"/>
      <dgm:spPr/>
    </dgm:pt>
    <dgm:pt modelId="{8A0152EE-D4F9-4E17-8C21-080B523DAC73}" type="pres">
      <dgm:prSet presAssocID="{9F5CE77C-1B11-4E3A-8721-7FDFE30EDA03}" presName="hierRoot2" presStyleCnt="0"/>
      <dgm:spPr/>
    </dgm:pt>
    <dgm:pt modelId="{EE198608-244B-484B-99C6-CE65A3BFA86B}" type="pres">
      <dgm:prSet presAssocID="{9F5CE77C-1B11-4E3A-8721-7FDFE30EDA03}" presName="composite2" presStyleCnt="0"/>
      <dgm:spPr/>
    </dgm:pt>
    <dgm:pt modelId="{C249853A-A49B-43E7-B80D-90033D9AF2A8}" type="pres">
      <dgm:prSet presAssocID="{9F5CE77C-1B11-4E3A-8721-7FDFE30EDA03}" presName="background2" presStyleLbl="node2" presStyleIdx="7" presStyleCnt="9"/>
      <dgm:spPr/>
    </dgm:pt>
    <dgm:pt modelId="{BFEF90C8-FEF9-4577-AD0B-C2CEB6DFAE1C}" type="pres">
      <dgm:prSet presAssocID="{9F5CE77C-1B11-4E3A-8721-7FDFE30EDA03}" presName="text2" presStyleLbl="fgAcc2" presStyleIdx="7" presStyleCnt="9">
        <dgm:presLayoutVars>
          <dgm:chPref val="3"/>
        </dgm:presLayoutVars>
      </dgm:prSet>
      <dgm:spPr/>
    </dgm:pt>
    <dgm:pt modelId="{164C5B84-3835-431E-93C2-91908AF35792}" type="pres">
      <dgm:prSet presAssocID="{9F5CE77C-1B11-4E3A-8721-7FDFE30EDA03}" presName="hierChild3" presStyleCnt="0"/>
      <dgm:spPr/>
    </dgm:pt>
    <dgm:pt modelId="{3963C5C8-3638-4588-B06F-07C710FD3BD7}" type="pres">
      <dgm:prSet presAssocID="{4AE91582-8128-4BF1-BF0B-209778B3E05F}" presName="Name10" presStyleLbl="parChTrans1D2" presStyleIdx="8" presStyleCnt="9"/>
      <dgm:spPr/>
    </dgm:pt>
    <dgm:pt modelId="{AA39CE7E-7177-469C-880C-BCBC02F40F06}" type="pres">
      <dgm:prSet presAssocID="{B08CED07-7663-4134-AFFF-2B7907531F02}" presName="hierRoot2" presStyleCnt="0"/>
      <dgm:spPr/>
    </dgm:pt>
    <dgm:pt modelId="{675A434C-F368-428D-851C-C08DC1F54409}" type="pres">
      <dgm:prSet presAssocID="{B08CED07-7663-4134-AFFF-2B7907531F02}" presName="composite2" presStyleCnt="0"/>
      <dgm:spPr/>
    </dgm:pt>
    <dgm:pt modelId="{CB34CCDF-7FF9-476C-A57A-862C47A5B355}" type="pres">
      <dgm:prSet presAssocID="{B08CED07-7663-4134-AFFF-2B7907531F02}" presName="background2" presStyleLbl="node2" presStyleIdx="8" presStyleCnt="9"/>
      <dgm:spPr/>
    </dgm:pt>
    <dgm:pt modelId="{C28F45CC-2E63-4C83-8A66-F84D498C8CC6}" type="pres">
      <dgm:prSet presAssocID="{B08CED07-7663-4134-AFFF-2B7907531F02}" presName="text2" presStyleLbl="fgAcc2" presStyleIdx="8" presStyleCnt="9">
        <dgm:presLayoutVars>
          <dgm:chPref val="3"/>
        </dgm:presLayoutVars>
      </dgm:prSet>
      <dgm:spPr/>
    </dgm:pt>
    <dgm:pt modelId="{85757D1A-D357-430D-9497-C688420BD99D}" type="pres">
      <dgm:prSet presAssocID="{B08CED07-7663-4134-AFFF-2B7907531F02}" presName="hierChild3" presStyleCnt="0"/>
      <dgm:spPr/>
    </dgm:pt>
  </dgm:ptLst>
  <dgm:cxnLst>
    <dgm:cxn modelId="{D3298402-D11E-406B-B17E-EF56B7CECF3C}" type="presOf" srcId="{6A6C94F6-C223-442C-930C-31BD75488157}" destId="{73884473-AAC1-4C81-B89E-7162C0077747}" srcOrd="0" destOrd="0" presId="urn:microsoft.com/office/officeart/2005/8/layout/hierarchy1"/>
    <dgm:cxn modelId="{E73C650F-972F-406F-8919-9BA8E65A6D6C}" type="presOf" srcId="{5D1D3971-B4CD-4D8E-859C-3497601DCA2F}" destId="{966E2796-37CC-41ED-BD63-E60480DAAFCC}" srcOrd="0" destOrd="0" presId="urn:microsoft.com/office/officeart/2005/8/layout/hierarchy1"/>
    <dgm:cxn modelId="{012BF514-E69F-4C8D-8E35-46399C4F3F37}" type="presOf" srcId="{4AE91582-8128-4BF1-BF0B-209778B3E05F}" destId="{3963C5C8-3638-4588-B06F-07C710FD3BD7}" srcOrd="0" destOrd="0" presId="urn:microsoft.com/office/officeart/2005/8/layout/hierarchy1"/>
    <dgm:cxn modelId="{B13B9422-21D9-4247-A19F-E4F4D4D4AD15}" type="presOf" srcId="{FA5E3C80-E71B-4AC8-A5B4-C33F53935FCE}" destId="{C7168ADE-94E7-444B-B842-130A8B9C3386}" srcOrd="0" destOrd="0" presId="urn:microsoft.com/office/officeart/2005/8/layout/hierarchy1"/>
    <dgm:cxn modelId="{A5A5AC22-C784-488C-BE34-803BFFD898B2}" type="presOf" srcId="{55BDD71E-B8E3-4234-B442-C73CD681DD47}" destId="{5E5E1DC3-AA8B-466A-8FE3-91759383A207}" srcOrd="0" destOrd="0" presId="urn:microsoft.com/office/officeart/2005/8/layout/hierarchy1"/>
    <dgm:cxn modelId="{6D9C3C2A-A80F-4050-A506-6F03B0185D6F}" srcId="{05499B33-0395-4653-9ED7-BF7EDA379BAA}" destId="{0F727C86-C010-41DF-A7DC-2B56DA6E8FAE}" srcOrd="1" destOrd="0" parTransId="{5D1D3971-B4CD-4D8E-859C-3497601DCA2F}" sibTransId="{A03C72CF-0FFC-4173-8983-F487DE23DDBE}"/>
    <dgm:cxn modelId="{5B597A33-0B2D-42EB-9ABF-0F52D61EC60A}" type="presOf" srcId="{808E0173-00BF-4919-A422-17338B81A76D}" destId="{49BADD21-9D75-44BD-B26D-2695090D67E0}" srcOrd="0" destOrd="0" presId="urn:microsoft.com/office/officeart/2005/8/layout/hierarchy1"/>
    <dgm:cxn modelId="{5E883639-5E46-4E01-9116-24E2E93C4F40}" srcId="{5A5B03D7-B9AE-481B-ADD9-CB1FEE67FF4A}" destId="{68C9310E-E6D6-40FB-A3E9-9A531F529A46}" srcOrd="0" destOrd="0" parTransId="{64F3E267-E8AB-4DE4-BD81-926EE454603E}" sibTransId="{F9EC8C35-E2BE-4965-949F-1181DA145F05}"/>
    <dgm:cxn modelId="{9192473F-DE4F-45DD-A400-7759621DA679}" type="presOf" srcId="{94CD6C72-7912-4F0F-B093-8B780AF66A54}" destId="{FC1D26C8-DD49-4AE5-AEA9-1F0C8E2853D2}" srcOrd="0" destOrd="0" presId="urn:microsoft.com/office/officeart/2005/8/layout/hierarchy1"/>
    <dgm:cxn modelId="{F20F6244-50F7-4B22-8432-C17DCE67D0A9}" type="presOf" srcId="{2110463A-ABBD-44B3-8D9E-DAFD374F1110}" destId="{EABF2B89-08B4-47EC-97E5-F0627BBB7C8C}" srcOrd="0" destOrd="0" presId="urn:microsoft.com/office/officeart/2005/8/layout/hierarchy1"/>
    <dgm:cxn modelId="{BFAE4E44-C0EE-4F67-99A4-65304B9DB937}" srcId="{5A5B03D7-B9AE-481B-ADD9-CB1FEE67FF4A}" destId="{9F5CE77C-1B11-4E3A-8721-7FDFE30EDA03}" srcOrd="1" destOrd="0" parTransId="{FFE838BA-091B-49E8-AAE2-DCB465BA9B78}" sibTransId="{9088C1B3-2D1B-4286-AAA0-A54BAAF7E84D}"/>
    <dgm:cxn modelId="{4FBFF94B-90C3-4CE6-BBAA-9712B12E8B5F}" srcId="{8FCE5C0E-C6A5-4C06-8657-548113A296B1}" destId="{05499B33-0395-4653-9ED7-BF7EDA379BAA}" srcOrd="1" destOrd="0" parTransId="{C47CA6E8-9D03-4E28-BF24-6B67AEEE9503}" sibTransId="{261D46CD-E419-4B4E-8683-8D73F6B42A70}"/>
    <dgm:cxn modelId="{31CEE36D-9012-4618-9192-6D0A10CB7076}" srcId="{F9AD7A47-FB49-491C-8022-2C372E165039}" destId="{595863AC-D91A-491A-BE7C-EEB1C6D3553D}" srcOrd="2" destOrd="0" parTransId="{B8BD45BC-3DF8-4218-BCEC-30D76A25C441}" sibTransId="{6C1DBF31-F574-403B-893E-AA218A514B32}"/>
    <dgm:cxn modelId="{911EFC70-14AB-4455-9B1D-140D87A2565D}" type="presOf" srcId="{05499B33-0395-4653-9ED7-BF7EDA379BAA}" destId="{189D9A4B-B5B8-4EDD-9221-B4059B59A61E}" srcOrd="0" destOrd="0" presId="urn:microsoft.com/office/officeart/2005/8/layout/hierarchy1"/>
    <dgm:cxn modelId="{A8FD0E74-143B-4BD5-913A-1DB0029DDD9F}" type="presOf" srcId="{8FCE5C0E-C6A5-4C06-8657-548113A296B1}" destId="{682D24C5-B89F-4088-8BF9-20094C0CF13E}" srcOrd="0" destOrd="0" presId="urn:microsoft.com/office/officeart/2005/8/layout/hierarchy1"/>
    <dgm:cxn modelId="{F560B775-758A-4BE3-8EFE-93461C43A4BF}" type="presOf" srcId="{9F5CE77C-1B11-4E3A-8721-7FDFE30EDA03}" destId="{BFEF90C8-FEF9-4577-AD0B-C2CEB6DFAE1C}" srcOrd="0" destOrd="0" presId="urn:microsoft.com/office/officeart/2005/8/layout/hierarchy1"/>
    <dgm:cxn modelId="{AE581A57-08D7-443D-AFFE-5D8C7EBA5919}" type="presOf" srcId="{68C9310E-E6D6-40FB-A3E9-9A531F529A46}" destId="{6B36036C-22DC-4770-9858-2BD328148F24}" srcOrd="0" destOrd="0" presId="urn:microsoft.com/office/officeart/2005/8/layout/hierarchy1"/>
    <dgm:cxn modelId="{B1DCB679-09E4-4362-97F6-E353D004ED02}" srcId="{05499B33-0395-4653-9ED7-BF7EDA379BAA}" destId="{55BDD71E-B8E3-4234-B442-C73CD681DD47}" srcOrd="2" destOrd="0" parTransId="{94CD6C72-7912-4F0F-B093-8B780AF66A54}" sibTransId="{533E124C-4700-4A1F-AF2E-10E877E294B1}"/>
    <dgm:cxn modelId="{2BA54880-40FE-4891-9EDB-FABE32F1B02D}" type="presOf" srcId="{EB8BAFDA-FB68-4D20-8AC5-BB5E444FC186}" destId="{A273DA62-9055-4704-A00F-27C84C557940}" srcOrd="0" destOrd="0" presId="urn:microsoft.com/office/officeart/2005/8/layout/hierarchy1"/>
    <dgm:cxn modelId="{BA60EE82-6DC5-466E-A0E8-1E7E6A1EAD0B}" type="presOf" srcId="{FFE838BA-091B-49E8-AAE2-DCB465BA9B78}" destId="{8404AF9E-3B00-4DD2-A630-F722311DF76C}" srcOrd="0" destOrd="0" presId="urn:microsoft.com/office/officeart/2005/8/layout/hierarchy1"/>
    <dgm:cxn modelId="{67590CB3-D0A8-4E0E-85F9-1FD8FA790E09}" srcId="{5A5B03D7-B9AE-481B-ADD9-CB1FEE67FF4A}" destId="{B08CED07-7663-4134-AFFF-2B7907531F02}" srcOrd="2" destOrd="0" parTransId="{4AE91582-8128-4BF1-BF0B-209778B3E05F}" sibTransId="{48938579-C0F6-4FF0-99F1-828F5B5DBE65}"/>
    <dgm:cxn modelId="{8D9F01B5-933C-4CF0-8BED-DCB423EC1BDF}" type="presOf" srcId="{595863AC-D91A-491A-BE7C-EEB1C6D3553D}" destId="{9B9DBEE1-7111-45F9-9C69-2DD8A8AAB574}" srcOrd="0" destOrd="0" presId="urn:microsoft.com/office/officeart/2005/8/layout/hierarchy1"/>
    <dgm:cxn modelId="{4EA7FAB6-988A-47E4-956D-BB1DBA965661}" srcId="{F9AD7A47-FB49-491C-8022-2C372E165039}" destId="{6A6C94F6-C223-442C-930C-31BD75488157}" srcOrd="1" destOrd="0" parTransId="{6FDAA97F-D65F-46B5-91A6-98833F9A9797}" sibTransId="{CE5B91B4-FD82-4056-A654-86D81B6FA86F}"/>
    <dgm:cxn modelId="{AA3CFCB7-F098-4CD4-BCC1-CD13FBDD25F2}" type="presOf" srcId="{64F3E267-E8AB-4DE4-BD81-926EE454603E}" destId="{70CC35E2-82F8-4ADA-A0FD-4921C48B676C}" srcOrd="0" destOrd="0" presId="urn:microsoft.com/office/officeart/2005/8/layout/hierarchy1"/>
    <dgm:cxn modelId="{9DE65DB9-D421-49ED-9B97-7E15F5BFD46F}" type="presOf" srcId="{6FDAA97F-D65F-46B5-91A6-98833F9A9797}" destId="{F17D1C4E-F6D0-4F09-9F91-006FEC83FC0B}" srcOrd="0" destOrd="0" presId="urn:microsoft.com/office/officeart/2005/8/layout/hierarchy1"/>
    <dgm:cxn modelId="{ED5173BD-3261-4DF9-B7C3-8AC1669C9F22}" type="presOf" srcId="{5A5B03D7-B9AE-481B-ADD9-CB1FEE67FF4A}" destId="{D9D63F69-C164-4462-807B-252175AD9C18}" srcOrd="0" destOrd="0" presId="urn:microsoft.com/office/officeart/2005/8/layout/hierarchy1"/>
    <dgm:cxn modelId="{DB5AA3D2-204C-4617-A315-AE0EFB491420}" srcId="{8FCE5C0E-C6A5-4C06-8657-548113A296B1}" destId="{F9AD7A47-FB49-491C-8022-2C372E165039}" srcOrd="0" destOrd="0" parTransId="{0966F731-1635-4221-8155-793522D0777D}" sibTransId="{3429606E-3FDB-493E-8698-6CADE6F5019B}"/>
    <dgm:cxn modelId="{F9E289D3-9453-4046-A617-27E21DA7F97C}" type="presOf" srcId="{B8BD45BC-3DF8-4218-BCEC-30D76A25C441}" destId="{EE9AF2D7-CC7E-4666-8316-743A527F16F5}" srcOrd="0" destOrd="0" presId="urn:microsoft.com/office/officeart/2005/8/layout/hierarchy1"/>
    <dgm:cxn modelId="{57C96BD9-7FA7-4A6E-9DE8-8996718277C2}" srcId="{F9AD7A47-FB49-491C-8022-2C372E165039}" destId="{EB8BAFDA-FB68-4D20-8AC5-BB5E444FC186}" srcOrd="0" destOrd="0" parTransId="{FA5E3C80-E71B-4AC8-A5B4-C33F53935FCE}" sibTransId="{4CC93BC7-EB37-43D5-A053-9EE33F173897}"/>
    <dgm:cxn modelId="{9B9E5BE1-2732-42B7-8E64-568BEE789430}" type="presOf" srcId="{B08CED07-7663-4134-AFFF-2B7907531F02}" destId="{C28F45CC-2E63-4C83-8A66-F84D498C8CC6}" srcOrd="0" destOrd="0" presId="urn:microsoft.com/office/officeart/2005/8/layout/hierarchy1"/>
    <dgm:cxn modelId="{58B107E4-532D-4F6A-813B-DAE523EDF325}" srcId="{05499B33-0395-4653-9ED7-BF7EDA379BAA}" destId="{2110463A-ABBD-44B3-8D9E-DAFD374F1110}" srcOrd="0" destOrd="0" parTransId="{808E0173-00BF-4919-A422-17338B81A76D}" sibTransId="{8FCA7173-DED5-45C1-9212-E0E9A03CFC5B}"/>
    <dgm:cxn modelId="{EB34CAF0-AB68-4219-8F23-6EB01088EFC4}" type="presOf" srcId="{0F727C86-C010-41DF-A7DC-2B56DA6E8FAE}" destId="{B345F51F-D66C-4D30-B13D-F0003BAFEB25}" srcOrd="0" destOrd="0" presId="urn:microsoft.com/office/officeart/2005/8/layout/hierarchy1"/>
    <dgm:cxn modelId="{E63D5FF5-E59E-4BE0-B2FF-9358FB737C59}" srcId="{8FCE5C0E-C6A5-4C06-8657-548113A296B1}" destId="{5A5B03D7-B9AE-481B-ADD9-CB1FEE67FF4A}" srcOrd="2" destOrd="0" parTransId="{5872B7BA-CF0F-4E30-B312-8692E06525CC}" sibTransId="{920FF081-DB50-4B9E-A997-817261B46CC6}"/>
    <dgm:cxn modelId="{0EEB8BFA-8811-4FE2-8650-C02FD712946F}" type="presOf" srcId="{F9AD7A47-FB49-491C-8022-2C372E165039}" destId="{C7A122FB-4928-4425-A95F-822E234BCFE7}" srcOrd="0" destOrd="0" presId="urn:microsoft.com/office/officeart/2005/8/layout/hierarchy1"/>
    <dgm:cxn modelId="{F40358B4-78DC-4A69-872D-D3C2C940E5C2}" type="presParOf" srcId="{682D24C5-B89F-4088-8BF9-20094C0CF13E}" destId="{C60A2878-B30D-4B1C-B3B4-0991B7CC67E2}" srcOrd="0" destOrd="0" presId="urn:microsoft.com/office/officeart/2005/8/layout/hierarchy1"/>
    <dgm:cxn modelId="{8DE915AD-BAB5-44C5-B370-97AADEC2FB9A}" type="presParOf" srcId="{C60A2878-B30D-4B1C-B3B4-0991B7CC67E2}" destId="{26463C7A-A5D3-481B-A8C2-93DF1DE6E736}" srcOrd="0" destOrd="0" presId="urn:microsoft.com/office/officeart/2005/8/layout/hierarchy1"/>
    <dgm:cxn modelId="{54319E46-547A-4C66-88CC-5C7EB566C328}" type="presParOf" srcId="{26463C7A-A5D3-481B-A8C2-93DF1DE6E736}" destId="{9F86C97B-9C6A-418B-805D-D80048850061}" srcOrd="0" destOrd="0" presId="urn:microsoft.com/office/officeart/2005/8/layout/hierarchy1"/>
    <dgm:cxn modelId="{A429A162-D1A8-4750-8A23-6698384127B0}" type="presParOf" srcId="{26463C7A-A5D3-481B-A8C2-93DF1DE6E736}" destId="{C7A122FB-4928-4425-A95F-822E234BCFE7}" srcOrd="1" destOrd="0" presId="urn:microsoft.com/office/officeart/2005/8/layout/hierarchy1"/>
    <dgm:cxn modelId="{932D8829-25AA-4703-B337-10215622F175}" type="presParOf" srcId="{C60A2878-B30D-4B1C-B3B4-0991B7CC67E2}" destId="{547C1273-FA0B-4262-93F0-605386612F6E}" srcOrd="1" destOrd="0" presId="urn:microsoft.com/office/officeart/2005/8/layout/hierarchy1"/>
    <dgm:cxn modelId="{46DA3C66-B24B-4E2C-8715-56D1E17A81AF}" type="presParOf" srcId="{547C1273-FA0B-4262-93F0-605386612F6E}" destId="{C7168ADE-94E7-444B-B842-130A8B9C3386}" srcOrd="0" destOrd="0" presId="urn:microsoft.com/office/officeart/2005/8/layout/hierarchy1"/>
    <dgm:cxn modelId="{AACE3214-1386-487E-B799-98A68A0CA870}" type="presParOf" srcId="{547C1273-FA0B-4262-93F0-605386612F6E}" destId="{35B7213A-691A-4465-AFFF-953DAA380286}" srcOrd="1" destOrd="0" presId="urn:microsoft.com/office/officeart/2005/8/layout/hierarchy1"/>
    <dgm:cxn modelId="{57147352-3A95-4318-93C2-FF3398FE51C5}" type="presParOf" srcId="{35B7213A-691A-4465-AFFF-953DAA380286}" destId="{DEDCBE6E-1739-4E39-82F5-10B196600A70}" srcOrd="0" destOrd="0" presId="urn:microsoft.com/office/officeart/2005/8/layout/hierarchy1"/>
    <dgm:cxn modelId="{2352D371-ED2E-4526-99F4-225C6E110BEE}" type="presParOf" srcId="{DEDCBE6E-1739-4E39-82F5-10B196600A70}" destId="{20063996-CE7D-4B24-874A-0990EE852F21}" srcOrd="0" destOrd="0" presId="urn:microsoft.com/office/officeart/2005/8/layout/hierarchy1"/>
    <dgm:cxn modelId="{14B003DB-6F9F-41E5-A10C-37EDC5A0292A}" type="presParOf" srcId="{DEDCBE6E-1739-4E39-82F5-10B196600A70}" destId="{A273DA62-9055-4704-A00F-27C84C557940}" srcOrd="1" destOrd="0" presId="urn:microsoft.com/office/officeart/2005/8/layout/hierarchy1"/>
    <dgm:cxn modelId="{CDC355F1-67CF-4E8E-B816-3A4DD44E7C1F}" type="presParOf" srcId="{35B7213A-691A-4465-AFFF-953DAA380286}" destId="{5192D8E2-97B3-40FE-8D48-288AE814BA8D}" srcOrd="1" destOrd="0" presId="urn:microsoft.com/office/officeart/2005/8/layout/hierarchy1"/>
    <dgm:cxn modelId="{50A9CAA6-A5CA-4F3D-8FEC-94EA91DA6C9B}" type="presParOf" srcId="{547C1273-FA0B-4262-93F0-605386612F6E}" destId="{F17D1C4E-F6D0-4F09-9F91-006FEC83FC0B}" srcOrd="2" destOrd="0" presId="urn:microsoft.com/office/officeart/2005/8/layout/hierarchy1"/>
    <dgm:cxn modelId="{6EE3B30B-02C6-4EBB-A47C-E83B6BEB5296}" type="presParOf" srcId="{547C1273-FA0B-4262-93F0-605386612F6E}" destId="{1D170BE9-3D16-452C-984A-829E8664B3A1}" srcOrd="3" destOrd="0" presId="urn:microsoft.com/office/officeart/2005/8/layout/hierarchy1"/>
    <dgm:cxn modelId="{66B2EBCD-EFD2-4F64-8606-B7B1B36DC398}" type="presParOf" srcId="{1D170BE9-3D16-452C-984A-829E8664B3A1}" destId="{77C92D46-A9F1-4C6F-93BB-5E278180A73F}" srcOrd="0" destOrd="0" presId="urn:microsoft.com/office/officeart/2005/8/layout/hierarchy1"/>
    <dgm:cxn modelId="{F28E7316-7998-48B2-B406-B45D0A4DE827}" type="presParOf" srcId="{77C92D46-A9F1-4C6F-93BB-5E278180A73F}" destId="{6EFDF8B6-618A-4405-B86A-F3C015C5DA49}" srcOrd="0" destOrd="0" presId="urn:microsoft.com/office/officeart/2005/8/layout/hierarchy1"/>
    <dgm:cxn modelId="{58B2C9FC-284B-4E3D-B0F6-B250A5B7A462}" type="presParOf" srcId="{77C92D46-A9F1-4C6F-93BB-5E278180A73F}" destId="{73884473-AAC1-4C81-B89E-7162C0077747}" srcOrd="1" destOrd="0" presId="urn:microsoft.com/office/officeart/2005/8/layout/hierarchy1"/>
    <dgm:cxn modelId="{6C79FC07-620F-476C-B2D3-1D312072C486}" type="presParOf" srcId="{1D170BE9-3D16-452C-984A-829E8664B3A1}" destId="{EE337158-D308-4423-BAB3-B451BA4A5C9F}" srcOrd="1" destOrd="0" presId="urn:microsoft.com/office/officeart/2005/8/layout/hierarchy1"/>
    <dgm:cxn modelId="{D8ABEDD4-B2D4-4640-83C8-1DB71C1B960B}" type="presParOf" srcId="{547C1273-FA0B-4262-93F0-605386612F6E}" destId="{EE9AF2D7-CC7E-4666-8316-743A527F16F5}" srcOrd="4" destOrd="0" presId="urn:microsoft.com/office/officeart/2005/8/layout/hierarchy1"/>
    <dgm:cxn modelId="{3947C02B-10F2-4FF9-A26B-7D3DBB3DBF4B}" type="presParOf" srcId="{547C1273-FA0B-4262-93F0-605386612F6E}" destId="{00180C25-0ACF-427C-BD69-01508426E1C8}" srcOrd="5" destOrd="0" presId="urn:microsoft.com/office/officeart/2005/8/layout/hierarchy1"/>
    <dgm:cxn modelId="{6A50C026-CB7A-4B6A-A234-8B0F6AEAED90}" type="presParOf" srcId="{00180C25-0ACF-427C-BD69-01508426E1C8}" destId="{F98F9584-CCB4-4ED1-A4E8-B62F001DCF43}" srcOrd="0" destOrd="0" presId="urn:microsoft.com/office/officeart/2005/8/layout/hierarchy1"/>
    <dgm:cxn modelId="{4091A271-C984-44EF-9D28-FF1B6B83FFEE}" type="presParOf" srcId="{F98F9584-CCB4-4ED1-A4E8-B62F001DCF43}" destId="{24BE6DC7-D473-4438-9073-2C3A13B136C6}" srcOrd="0" destOrd="0" presId="urn:microsoft.com/office/officeart/2005/8/layout/hierarchy1"/>
    <dgm:cxn modelId="{0CD91515-46BF-4064-BECE-4D6EEBA8CF71}" type="presParOf" srcId="{F98F9584-CCB4-4ED1-A4E8-B62F001DCF43}" destId="{9B9DBEE1-7111-45F9-9C69-2DD8A8AAB574}" srcOrd="1" destOrd="0" presId="urn:microsoft.com/office/officeart/2005/8/layout/hierarchy1"/>
    <dgm:cxn modelId="{C12A038B-DF6B-4F50-AFA5-F4F9DE5BAB88}" type="presParOf" srcId="{00180C25-0ACF-427C-BD69-01508426E1C8}" destId="{FCF739DB-555B-4B74-80C9-68AD3C6B3F81}" srcOrd="1" destOrd="0" presId="urn:microsoft.com/office/officeart/2005/8/layout/hierarchy1"/>
    <dgm:cxn modelId="{2312AF10-3186-4794-8629-54A41209AD40}" type="presParOf" srcId="{682D24C5-B89F-4088-8BF9-20094C0CF13E}" destId="{05F235C9-FE33-4891-B9DF-1571A08D2227}" srcOrd="1" destOrd="0" presId="urn:microsoft.com/office/officeart/2005/8/layout/hierarchy1"/>
    <dgm:cxn modelId="{0D6CBE08-BD23-4D00-B0AD-A0213FB1A711}" type="presParOf" srcId="{05F235C9-FE33-4891-B9DF-1571A08D2227}" destId="{3854DE86-73B4-4FE7-8508-1FC09304F9A7}" srcOrd="0" destOrd="0" presId="urn:microsoft.com/office/officeart/2005/8/layout/hierarchy1"/>
    <dgm:cxn modelId="{1048246B-9A36-44D2-8C41-35BDC2E7F338}" type="presParOf" srcId="{3854DE86-73B4-4FE7-8508-1FC09304F9A7}" destId="{F0A02306-40B5-4D71-B19F-70CD9D17A93E}" srcOrd="0" destOrd="0" presId="urn:microsoft.com/office/officeart/2005/8/layout/hierarchy1"/>
    <dgm:cxn modelId="{992E6427-FCD5-4386-BCEE-D24DF927A0E0}" type="presParOf" srcId="{3854DE86-73B4-4FE7-8508-1FC09304F9A7}" destId="{189D9A4B-B5B8-4EDD-9221-B4059B59A61E}" srcOrd="1" destOrd="0" presId="urn:microsoft.com/office/officeart/2005/8/layout/hierarchy1"/>
    <dgm:cxn modelId="{B3449DCE-A630-4BD4-9923-245DA08A6692}" type="presParOf" srcId="{05F235C9-FE33-4891-B9DF-1571A08D2227}" destId="{81F9104B-B90F-4DFF-969F-6D3D5733B81E}" srcOrd="1" destOrd="0" presId="urn:microsoft.com/office/officeart/2005/8/layout/hierarchy1"/>
    <dgm:cxn modelId="{6A9AA019-EE73-481E-9907-A6EA7E69F122}" type="presParOf" srcId="{81F9104B-B90F-4DFF-969F-6D3D5733B81E}" destId="{49BADD21-9D75-44BD-B26D-2695090D67E0}" srcOrd="0" destOrd="0" presId="urn:microsoft.com/office/officeart/2005/8/layout/hierarchy1"/>
    <dgm:cxn modelId="{B2578A74-EF88-4672-A926-605F7CADA85B}" type="presParOf" srcId="{81F9104B-B90F-4DFF-969F-6D3D5733B81E}" destId="{BD16EF76-CC59-4295-972B-CD7213946982}" srcOrd="1" destOrd="0" presId="urn:microsoft.com/office/officeart/2005/8/layout/hierarchy1"/>
    <dgm:cxn modelId="{C9015FEB-48C5-489C-BA55-CBA948765331}" type="presParOf" srcId="{BD16EF76-CC59-4295-972B-CD7213946982}" destId="{B082FC56-0109-440D-B417-F05011A7CC10}" srcOrd="0" destOrd="0" presId="urn:microsoft.com/office/officeart/2005/8/layout/hierarchy1"/>
    <dgm:cxn modelId="{2DB8CCB7-984F-48DD-9037-3E22466A7B7B}" type="presParOf" srcId="{B082FC56-0109-440D-B417-F05011A7CC10}" destId="{52E153FF-697A-4F3A-8050-2216C9C8E851}" srcOrd="0" destOrd="0" presId="urn:microsoft.com/office/officeart/2005/8/layout/hierarchy1"/>
    <dgm:cxn modelId="{AC17D1C4-6C47-4A59-9F66-6F028BB0DCA8}" type="presParOf" srcId="{B082FC56-0109-440D-B417-F05011A7CC10}" destId="{EABF2B89-08B4-47EC-97E5-F0627BBB7C8C}" srcOrd="1" destOrd="0" presId="urn:microsoft.com/office/officeart/2005/8/layout/hierarchy1"/>
    <dgm:cxn modelId="{35067132-AEDF-417B-8D19-F0C5D90FB049}" type="presParOf" srcId="{BD16EF76-CC59-4295-972B-CD7213946982}" destId="{93C1A3C8-966C-4F1D-AE48-CF9591119407}" srcOrd="1" destOrd="0" presId="urn:microsoft.com/office/officeart/2005/8/layout/hierarchy1"/>
    <dgm:cxn modelId="{82A0FB08-1DFF-43D7-8513-F1CD6BA37B1A}" type="presParOf" srcId="{81F9104B-B90F-4DFF-969F-6D3D5733B81E}" destId="{966E2796-37CC-41ED-BD63-E60480DAAFCC}" srcOrd="2" destOrd="0" presId="urn:microsoft.com/office/officeart/2005/8/layout/hierarchy1"/>
    <dgm:cxn modelId="{F2FA19AE-EF5B-4420-816C-DF64C888BFC3}" type="presParOf" srcId="{81F9104B-B90F-4DFF-969F-6D3D5733B81E}" destId="{F1D6A866-E171-4DCF-91FB-EAC33E514487}" srcOrd="3" destOrd="0" presId="urn:microsoft.com/office/officeart/2005/8/layout/hierarchy1"/>
    <dgm:cxn modelId="{8FAB3C9C-9437-4BD2-AEEE-26F25C077D2A}" type="presParOf" srcId="{F1D6A866-E171-4DCF-91FB-EAC33E514487}" destId="{6ECC1F38-58FA-46F5-A4FA-28D4998FDE9E}" srcOrd="0" destOrd="0" presId="urn:microsoft.com/office/officeart/2005/8/layout/hierarchy1"/>
    <dgm:cxn modelId="{1C03D211-40EE-408B-A6E9-D5BED757A2E4}" type="presParOf" srcId="{6ECC1F38-58FA-46F5-A4FA-28D4998FDE9E}" destId="{41F9925F-3B41-467D-AACC-A046B2CA4A3F}" srcOrd="0" destOrd="0" presId="urn:microsoft.com/office/officeart/2005/8/layout/hierarchy1"/>
    <dgm:cxn modelId="{1D6B13EF-CC6F-46A8-AE5D-B73E633AEEB7}" type="presParOf" srcId="{6ECC1F38-58FA-46F5-A4FA-28D4998FDE9E}" destId="{B345F51F-D66C-4D30-B13D-F0003BAFEB25}" srcOrd="1" destOrd="0" presId="urn:microsoft.com/office/officeart/2005/8/layout/hierarchy1"/>
    <dgm:cxn modelId="{00A8707D-43F6-4C4A-8BEF-8C34222745D4}" type="presParOf" srcId="{F1D6A866-E171-4DCF-91FB-EAC33E514487}" destId="{257B336F-AD15-4CF7-9D86-B405882D61FB}" srcOrd="1" destOrd="0" presId="urn:microsoft.com/office/officeart/2005/8/layout/hierarchy1"/>
    <dgm:cxn modelId="{728A4D48-2949-4E42-BEFF-2B76D5A41DDB}" type="presParOf" srcId="{81F9104B-B90F-4DFF-969F-6D3D5733B81E}" destId="{FC1D26C8-DD49-4AE5-AEA9-1F0C8E2853D2}" srcOrd="4" destOrd="0" presId="urn:microsoft.com/office/officeart/2005/8/layout/hierarchy1"/>
    <dgm:cxn modelId="{3A59263B-645B-4908-A549-18E3102BE152}" type="presParOf" srcId="{81F9104B-B90F-4DFF-969F-6D3D5733B81E}" destId="{B2FB9431-DAE8-4B0E-9AFF-0FDF4DCD150E}" srcOrd="5" destOrd="0" presId="urn:microsoft.com/office/officeart/2005/8/layout/hierarchy1"/>
    <dgm:cxn modelId="{3CEE1409-F6F2-4AB4-9B67-F1E08062BBB1}" type="presParOf" srcId="{B2FB9431-DAE8-4B0E-9AFF-0FDF4DCD150E}" destId="{6D7A7C2C-A1B6-444A-BF7A-742436FDCFEE}" srcOrd="0" destOrd="0" presId="urn:microsoft.com/office/officeart/2005/8/layout/hierarchy1"/>
    <dgm:cxn modelId="{6682B567-7A79-4D9B-A04C-FD995638EF0B}" type="presParOf" srcId="{6D7A7C2C-A1B6-444A-BF7A-742436FDCFEE}" destId="{2BC5DDCB-48CB-43E5-85A7-AAF7FA231416}" srcOrd="0" destOrd="0" presId="urn:microsoft.com/office/officeart/2005/8/layout/hierarchy1"/>
    <dgm:cxn modelId="{CB83E943-1A19-468E-93E0-DBBA418E69FF}" type="presParOf" srcId="{6D7A7C2C-A1B6-444A-BF7A-742436FDCFEE}" destId="{5E5E1DC3-AA8B-466A-8FE3-91759383A207}" srcOrd="1" destOrd="0" presId="urn:microsoft.com/office/officeart/2005/8/layout/hierarchy1"/>
    <dgm:cxn modelId="{A180A211-A396-49C9-97F7-4373A3FABC10}" type="presParOf" srcId="{B2FB9431-DAE8-4B0E-9AFF-0FDF4DCD150E}" destId="{C2908D2C-6D0D-4F41-8A7C-AA433B4038D0}" srcOrd="1" destOrd="0" presId="urn:microsoft.com/office/officeart/2005/8/layout/hierarchy1"/>
    <dgm:cxn modelId="{1480BFA2-D077-4472-B42E-D840D337B64F}" type="presParOf" srcId="{682D24C5-B89F-4088-8BF9-20094C0CF13E}" destId="{DDCB5048-D19E-40C0-8DC0-7105850ED210}" srcOrd="2" destOrd="0" presId="urn:microsoft.com/office/officeart/2005/8/layout/hierarchy1"/>
    <dgm:cxn modelId="{DB4422F4-CBD2-477D-B9EF-2AC0D6C640CE}" type="presParOf" srcId="{DDCB5048-D19E-40C0-8DC0-7105850ED210}" destId="{0F995A85-24F5-49FF-A043-F2E5EA25F7BB}" srcOrd="0" destOrd="0" presId="urn:microsoft.com/office/officeart/2005/8/layout/hierarchy1"/>
    <dgm:cxn modelId="{FF704CC0-2DCA-492A-A970-CF3EF0BD53E8}" type="presParOf" srcId="{0F995A85-24F5-49FF-A043-F2E5EA25F7BB}" destId="{F6132A63-D047-4B10-A762-42F14CCF3897}" srcOrd="0" destOrd="0" presId="urn:microsoft.com/office/officeart/2005/8/layout/hierarchy1"/>
    <dgm:cxn modelId="{B8A22BC9-E3EE-4E89-AC23-324E36B8FE90}" type="presParOf" srcId="{0F995A85-24F5-49FF-A043-F2E5EA25F7BB}" destId="{D9D63F69-C164-4462-807B-252175AD9C18}" srcOrd="1" destOrd="0" presId="urn:microsoft.com/office/officeart/2005/8/layout/hierarchy1"/>
    <dgm:cxn modelId="{EFDDFBD0-CF2C-40F2-8AF8-BFC0FB7E9F0D}" type="presParOf" srcId="{DDCB5048-D19E-40C0-8DC0-7105850ED210}" destId="{5BE49DC9-9794-4D74-9D45-5A60EDCE33D8}" srcOrd="1" destOrd="0" presId="urn:microsoft.com/office/officeart/2005/8/layout/hierarchy1"/>
    <dgm:cxn modelId="{51AB99B4-82C7-4EB7-9097-FBB3DDD97189}" type="presParOf" srcId="{5BE49DC9-9794-4D74-9D45-5A60EDCE33D8}" destId="{70CC35E2-82F8-4ADA-A0FD-4921C48B676C}" srcOrd="0" destOrd="0" presId="urn:microsoft.com/office/officeart/2005/8/layout/hierarchy1"/>
    <dgm:cxn modelId="{79B8AEFF-3683-422B-BCF9-80A1B8A7D946}" type="presParOf" srcId="{5BE49DC9-9794-4D74-9D45-5A60EDCE33D8}" destId="{718510CC-895F-40F0-BF04-54CA8F895129}" srcOrd="1" destOrd="0" presId="urn:microsoft.com/office/officeart/2005/8/layout/hierarchy1"/>
    <dgm:cxn modelId="{18B4A07C-EAB9-41C8-9594-428D55A95E86}" type="presParOf" srcId="{718510CC-895F-40F0-BF04-54CA8F895129}" destId="{21ADCB23-D2DF-4700-9A11-ACE86E489B35}" srcOrd="0" destOrd="0" presId="urn:microsoft.com/office/officeart/2005/8/layout/hierarchy1"/>
    <dgm:cxn modelId="{61399843-5C93-4594-B19F-1A38D7D5515E}" type="presParOf" srcId="{21ADCB23-D2DF-4700-9A11-ACE86E489B35}" destId="{208149B8-7960-410D-88E9-A155498BA75C}" srcOrd="0" destOrd="0" presId="urn:microsoft.com/office/officeart/2005/8/layout/hierarchy1"/>
    <dgm:cxn modelId="{D4F52E43-4C7D-4A08-9100-300075E70510}" type="presParOf" srcId="{21ADCB23-D2DF-4700-9A11-ACE86E489B35}" destId="{6B36036C-22DC-4770-9858-2BD328148F24}" srcOrd="1" destOrd="0" presId="urn:microsoft.com/office/officeart/2005/8/layout/hierarchy1"/>
    <dgm:cxn modelId="{30D8AF24-DF94-419D-993A-BE90E5E315A9}" type="presParOf" srcId="{718510CC-895F-40F0-BF04-54CA8F895129}" destId="{885C5971-35A2-4259-A6BC-7A2CA142274D}" srcOrd="1" destOrd="0" presId="urn:microsoft.com/office/officeart/2005/8/layout/hierarchy1"/>
    <dgm:cxn modelId="{53194C44-AE48-4E72-AF09-646101B0308A}" type="presParOf" srcId="{5BE49DC9-9794-4D74-9D45-5A60EDCE33D8}" destId="{8404AF9E-3B00-4DD2-A630-F722311DF76C}" srcOrd="2" destOrd="0" presId="urn:microsoft.com/office/officeart/2005/8/layout/hierarchy1"/>
    <dgm:cxn modelId="{2F1EF2EF-32E9-4932-A7E9-0E905DB54E2F}" type="presParOf" srcId="{5BE49DC9-9794-4D74-9D45-5A60EDCE33D8}" destId="{8A0152EE-D4F9-4E17-8C21-080B523DAC73}" srcOrd="3" destOrd="0" presId="urn:microsoft.com/office/officeart/2005/8/layout/hierarchy1"/>
    <dgm:cxn modelId="{DBA699C8-186E-41A7-B9C9-58D7B2C9CCFB}" type="presParOf" srcId="{8A0152EE-D4F9-4E17-8C21-080B523DAC73}" destId="{EE198608-244B-484B-99C6-CE65A3BFA86B}" srcOrd="0" destOrd="0" presId="urn:microsoft.com/office/officeart/2005/8/layout/hierarchy1"/>
    <dgm:cxn modelId="{0A721CA3-19BB-4503-BEE5-6A0618AB7A0B}" type="presParOf" srcId="{EE198608-244B-484B-99C6-CE65A3BFA86B}" destId="{C249853A-A49B-43E7-B80D-90033D9AF2A8}" srcOrd="0" destOrd="0" presId="urn:microsoft.com/office/officeart/2005/8/layout/hierarchy1"/>
    <dgm:cxn modelId="{A8250DA0-D1DC-4707-BEE8-5FEFE4AF8399}" type="presParOf" srcId="{EE198608-244B-484B-99C6-CE65A3BFA86B}" destId="{BFEF90C8-FEF9-4577-AD0B-C2CEB6DFAE1C}" srcOrd="1" destOrd="0" presId="urn:microsoft.com/office/officeart/2005/8/layout/hierarchy1"/>
    <dgm:cxn modelId="{DCEFFF40-47CE-4B9E-A380-BE864398A7AF}" type="presParOf" srcId="{8A0152EE-D4F9-4E17-8C21-080B523DAC73}" destId="{164C5B84-3835-431E-93C2-91908AF35792}" srcOrd="1" destOrd="0" presId="urn:microsoft.com/office/officeart/2005/8/layout/hierarchy1"/>
    <dgm:cxn modelId="{53F99332-317A-46C4-A2DB-6380AABE1537}" type="presParOf" srcId="{5BE49DC9-9794-4D74-9D45-5A60EDCE33D8}" destId="{3963C5C8-3638-4588-B06F-07C710FD3BD7}" srcOrd="4" destOrd="0" presId="urn:microsoft.com/office/officeart/2005/8/layout/hierarchy1"/>
    <dgm:cxn modelId="{42B45F09-00EB-4892-9CEA-44FC34ABB2F4}" type="presParOf" srcId="{5BE49DC9-9794-4D74-9D45-5A60EDCE33D8}" destId="{AA39CE7E-7177-469C-880C-BCBC02F40F06}" srcOrd="5" destOrd="0" presId="urn:microsoft.com/office/officeart/2005/8/layout/hierarchy1"/>
    <dgm:cxn modelId="{77D3C92C-36A0-4D78-9096-D1156B60D20C}" type="presParOf" srcId="{AA39CE7E-7177-469C-880C-BCBC02F40F06}" destId="{675A434C-F368-428D-851C-C08DC1F54409}" srcOrd="0" destOrd="0" presId="urn:microsoft.com/office/officeart/2005/8/layout/hierarchy1"/>
    <dgm:cxn modelId="{3CF9C717-F9C0-4C55-9EEA-3678933E7FE7}" type="presParOf" srcId="{675A434C-F368-428D-851C-C08DC1F54409}" destId="{CB34CCDF-7FF9-476C-A57A-862C47A5B355}" srcOrd="0" destOrd="0" presId="urn:microsoft.com/office/officeart/2005/8/layout/hierarchy1"/>
    <dgm:cxn modelId="{BB391F8D-208B-408C-9753-75D7A9063BC2}" type="presParOf" srcId="{675A434C-F368-428D-851C-C08DC1F54409}" destId="{C28F45CC-2E63-4C83-8A66-F84D498C8CC6}" srcOrd="1" destOrd="0" presId="urn:microsoft.com/office/officeart/2005/8/layout/hierarchy1"/>
    <dgm:cxn modelId="{1EE71A7C-FE8A-48DC-9A55-D55C671FD123}" type="presParOf" srcId="{AA39CE7E-7177-469C-880C-BCBC02F40F06}" destId="{85757D1A-D357-430D-9497-C688420BD99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9BA8EC-3B14-4BAF-AA79-F996367552A3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C97ABA-BC82-47DF-BD5E-C0C225382FCF}">
      <dgm:prSet/>
      <dgm:spPr/>
      <dgm:t>
        <a:bodyPr/>
        <a:lstStyle/>
        <a:p>
          <a:r>
            <a:rPr lang="en-US"/>
            <a:t>- Define campaign goals: Brand awareness, sales growth, market expansion.</a:t>
          </a:r>
        </a:p>
      </dgm:t>
    </dgm:pt>
    <dgm:pt modelId="{DF04A976-9486-4B49-9AC8-87FEBDE24CE9}" type="parTrans" cxnId="{B9F29C1D-E6FF-42BD-921E-E17AB92A1529}">
      <dgm:prSet/>
      <dgm:spPr/>
      <dgm:t>
        <a:bodyPr/>
        <a:lstStyle/>
        <a:p>
          <a:endParaRPr lang="en-US"/>
        </a:p>
      </dgm:t>
    </dgm:pt>
    <dgm:pt modelId="{8C37074A-8461-46D3-8A97-DB7FEDF3300F}" type="sibTrans" cxnId="{B9F29C1D-E6FF-42BD-921E-E17AB92A1529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C32BE7A9-7496-4A8C-BBA4-16A593B642BF}">
      <dgm:prSet/>
      <dgm:spPr/>
      <dgm:t>
        <a:bodyPr/>
        <a:lstStyle/>
        <a:p>
          <a:r>
            <a:rPr lang="en-US"/>
            <a:t>- Segment suppliers by product category.</a:t>
          </a:r>
        </a:p>
      </dgm:t>
    </dgm:pt>
    <dgm:pt modelId="{FAD9D6EA-A37D-4B05-9225-2091BB37D162}" type="parTrans" cxnId="{104CC44A-8218-4D8A-B447-C025770EB484}">
      <dgm:prSet/>
      <dgm:spPr/>
      <dgm:t>
        <a:bodyPr/>
        <a:lstStyle/>
        <a:p>
          <a:endParaRPr lang="en-US"/>
        </a:p>
      </dgm:t>
    </dgm:pt>
    <dgm:pt modelId="{ADC352C8-DF07-4090-AE1D-337AC2AAA6A9}" type="sibTrans" cxnId="{104CC44A-8218-4D8A-B447-C025770EB48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1586C8AC-B39F-48D3-BF51-F83B79C20FB8}">
      <dgm:prSet/>
      <dgm:spPr/>
      <dgm:t>
        <a:bodyPr/>
        <a:lstStyle/>
        <a:p>
          <a:r>
            <a:rPr lang="en-US"/>
            <a:t>- Choose ad channels: TV, digital, social media.</a:t>
          </a:r>
        </a:p>
      </dgm:t>
    </dgm:pt>
    <dgm:pt modelId="{FA62095A-FF0D-41EA-875A-162829616A36}" type="parTrans" cxnId="{C2ECED5E-F9ED-4158-BA11-06C4738809A7}">
      <dgm:prSet/>
      <dgm:spPr/>
      <dgm:t>
        <a:bodyPr/>
        <a:lstStyle/>
        <a:p>
          <a:endParaRPr lang="en-US"/>
        </a:p>
      </dgm:t>
    </dgm:pt>
    <dgm:pt modelId="{68A1D42E-0B8C-4278-B444-DD99FB1E5EC7}" type="sibTrans" cxnId="{C2ECED5E-F9ED-4158-BA11-06C4738809A7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2C0B7929-E89F-4FF0-9F32-1499EA62D4A6}" type="pres">
      <dgm:prSet presAssocID="{209BA8EC-3B14-4BAF-AA79-F996367552A3}" presName="Name0" presStyleCnt="0">
        <dgm:presLayoutVars>
          <dgm:animLvl val="lvl"/>
          <dgm:resizeHandles val="exact"/>
        </dgm:presLayoutVars>
      </dgm:prSet>
      <dgm:spPr/>
    </dgm:pt>
    <dgm:pt modelId="{8B8756F9-5596-4216-AF63-A22BCF680413}" type="pres">
      <dgm:prSet presAssocID="{52C97ABA-BC82-47DF-BD5E-C0C225382FCF}" presName="compositeNode" presStyleCnt="0">
        <dgm:presLayoutVars>
          <dgm:bulletEnabled val="1"/>
        </dgm:presLayoutVars>
      </dgm:prSet>
      <dgm:spPr/>
    </dgm:pt>
    <dgm:pt modelId="{77E66D9A-AE89-4457-887A-5D1A5A33F19F}" type="pres">
      <dgm:prSet presAssocID="{52C97ABA-BC82-47DF-BD5E-C0C225382FCF}" presName="bgRect" presStyleLbl="alignNode1" presStyleIdx="0" presStyleCnt="3"/>
      <dgm:spPr/>
    </dgm:pt>
    <dgm:pt modelId="{9B2289DC-F97A-4CFD-97E0-A5BDD3BF88E6}" type="pres">
      <dgm:prSet presAssocID="{8C37074A-8461-46D3-8A97-DB7FEDF3300F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84F5A872-F66D-462E-B3B7-4DCAE438B9E2}" type="pres">
      <dgm:prSet presAssocID="{52C97ABA-BC82-47DF-BD5E-C0C225382FCF}" presName="nodeRect" presStyleLbl="alignNode1" presStyleIdx="0" presStyleCnt="3">
        <dgm:presLayoutVars>
          <dgm:bulletEnabled val="1"/>
        </dgm:presLayoutVars>
      </dgm:prSet>
      <dgm:spPr/>
    </dgm:pt>
    <dgm:pt modelId="{FEBE92FD-CE16-4263-A871-C3F44B9AF23F}" type="pres">
      <dgm:prSet presAssocID="{8C37074A-8461-46D3-8A97-DB7FEDF3300F}" presName="sibTrans" presStyleCnt="0"/>
      <dgm:spPr/>
    </dgm:pt>
    <dgm:pt modelId="{C660ABAC-20DF-43B9-A1A0-A27064AD258B}" type="pres">
      <dgm:prSet presAssocID="{C32BE7A9-7496-4A8C-BBA4-16A593B642BF}" presName="compositeNode" presStyleCnt="0">
        <dgm:presLayoutVars>
          <dgm:bulletEnabled val="1"/>
        </dgm:presLayoutVars>
      </dgm:prSet>
      <dgm:spPr/>
    </dgm:pt>
    <dgm:pt modelId="{3812C1AA-E67A-4D91-BD51-075290CDE746}" type="pres">
      <dgm:prSet presAssocID="{C32BE7A9-7496-4A8C-BBA4-16A593B642BF}" presName="bgRect" presStyleLbl="alignNode1" presStyleIdx="1" presStyleCnt="3"/>
      <dgm:spPr/>
    </dgm:pt>
    <dgm:pt modelId="{21C18756-9CB1-440F-9DC3-49FFA912002B}" type="pres">
      <dgm:prSet presAssocID="{ADC352C8-DF07-4090-AE1D-337AC2AAA6A9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B5D6576-17EC-4A74-9381-6C823B9F6829}" type="pres">
      <dgm:prSet presAssocID="{C32BE7A9-7496-4A8C-BBA4-16A593B642BF}" presName="nodeRect" presStyleLbl="alignNode1" presStyleIdx="1" presStyleCnt="3">
        <dgm:presLayoutVars>
          <dgm:bulletEnabled val="1"/>
        </dgm:presLayoutVars>
      </dgm:prSet>
      <dgm:spPr/>
    </dgm:pt>
    <dgm:pt modelId="{ED945323-1B4A-4D2C-A88D-BA17EF2B39DD}" type="pres">
      <dgm:prSet presAssocID="{ADC352C8-DF07-4090-AE1D-337AC2AAA6A9}" presName="sibTrans" presStyleCnt="0"/>
      <dgm:spPr/>
    </dgm:pt>
    <dgm:pt modelId="{F6692BA1-2B8F-4524-B672-A9EBCA71896E}" type="pres">
      <dgm:prSet presAssocID="{1586C8AC-B39F-48D3-BF51-F83B79C20FB8}" presName="compositeNode" presStyleCnt="0">
        <dgm:presLayoutVars>
          <dgm:bulletEnabled val="1"/>
        </dgm:presLayoutVars>
      </dgm:prSet>
      <dgm:spPr/>
    </dgm:pt>
    <dgm:pt modelId="{0A06295E-E7B4-403F-8A60-FE0AB36C63BA}" type="pres">
      <dgm:prSet presAssocID="{1586C8AC-B39F-48D3-BF51-F83B79C20FB8}" presName="bgRect" presStyleLbl="alignNode1" presStyleIdx="2" presStyleCnt="3"/>
      <dgm:spPr/>
    </dgm:pt>
    <dgm:pt modelId="{6E20E995-EEA1-4616-AA7D-1B585944E8E0}" type="pres">
      <dgm:prSet presAssocID="{68A1D42E-0B8C-4278-B444-DD99FB1E5EC7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EFED26AB-45F9-478A-803A-7FFE973E958F}" type="pres">
      <dgm:prSet presAssocID="{1586C8AC-B39F-48D3-BF51-F83B79C20FB8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1FBE2E0A-7ACF-4F21-B741-9D9F22BDE9C8}" type="presOf" srcId="{8C37074A-8461-46D3-8A97-DB7FEDF3300F}" destId="{9B2289DC-F97A-4CFD-97E0-A5BDD3BF88E6}" srcOrd="0" destOrd="0" presId="urn:microsoft.com/office/officeart/2016/7/layout/LinearBlockProcessNumbered"/>
    <dgm:cxn modelId="{B9F29C1D-E6FF-42BD-921E-E17AB92A1529}" srcId="{209BA8EC-3B14-4BAF-AA79-F996367552A3}" destId="{52C97ABA-BC82-47DF-BD5E-C0C225382FCF}" srcOrd="0" destOrd="0" parTransId="{DF04A976-9486-4B49-9AC8-87FEBDE24CE9}" sibTransId="{8C37074A-8461-46D3-8A97-DB7FEDF3300F}"/>
    <dgm:cxn modelId="{C5A6CA25-8B04-43BF-AA5C-0062018AECED}" type="presOf" srcId="{ADC352C8-DF07-4090-AE1D-337AC2AAA6A9}" destId="{21C18756-9CB1-440F-9DC3-49FFA912002B}" srcOrd="0" destOrd="0" presId="urn:microsoft.com/office/officeart/2016/7/layout/LinearBlockProcessNumbered"/>
    <dgm:cxn modelId="{4D5D0C3F-BB6B-42BD-9F3B-B0BC8A94F395}" type="presOf" srcId="{C32BE7A9-7496-4A8C-BBA4-16A593B642BF}" destId="{CB5D6576-17EC-4A74-9381-6C823B9F6829}" srcOrd="1" destOrd="0" presId="urn:microsoft.com/office/officeart/2016/7/layout/LinearBlockProcessNumbered"/>
    <dgm:cxn modelId="{C2ECED5E-F9ED-4158-BA11-06C4738809A7}" srcId="{209BA8EC-3B14-4BAF-AA79-F996367552A3}" destId="{1586C8AC-B39F-48D3-BF51-F83B79C20FB8}" srcOrd="2" destOrd="0" parTransId="{FA62095A-FF0D-41EA-875A-162829616A36}" sibTransId="{68A1D42E-0B8C-4278-B444-DD99FB1E5EC7}"/>
    <dgm:cxn modelId="{104CC44A-8218-4D8A-B447-C025770EB484}" srcId="{209BA8EC-3B14-4BAF-AA79-F996367552A3}" destId="{C32BE7A9-7496-4A8C-BBA4-16A593B642BF}" srcOrd="1" destOrd="0" parTransId="{FAD9D6EA-A37D-4B05-9225-2091BB37D162}" sibTransId="{ADC352C8-DF07-4090-AE1D-337AC2AAA6A9}"/>
    <dgm:cxn modelId="{6A11D85A-E0F1-4CCD-954F-092BFDA12626}" type="presOf" srcId="{209BA8EC-3B14-4BAF-AA79-F996367552A3}" destId="{2C0B7929-E89F-4FF0-9F32-1499EA62D4A6}" srcOrd="0" destOrd="0" presId="urn:microsoft.com/office/officeart/2016/7/layout/LinearBlockProcessNumbered"/>
    <dgm:cxn modelId="{9FA5CC83-FDD5-480E-953D-770E9FB454F7}" type="presOf" srcId="{1586C8AC-B39F-48D3-BF51-F83B79C20FB8}" destId="{0A06295E-E7B4-403F-8A60-FE0AB36C63BA}" srcOrd="0" destOrd="0" presId="urn:microsoft.com/office/officeart/2016/7/layout/LinearBlockProcessNumbered"/>
    <dgm:cxn modelId="{3EDE9C94-BC05-43DC-87FB-3EDFA331C113}" type="presOf" srcId="{52C97ABA-BC82-47DF-BD5E-C0C225382FCF}" destId="{77E66D9A-AE89-4457-887A-5D1A5A33F19F}" srcOrd="0" destOrd="0" presId="urn:microsoft.com/office/officeart/2016/7/layout/LinearBlockProcessNumbered"/>
    <dgm:cxn modelId="{18D7ACBE-7144-46D8-80C7-B84D221F7BA1}" type="presOf" srcId="{68A1D42E-0B8C-4278-B444-DD99FB1E5EC7}" destId="{6E20E995-EEA1-4616-AA7D-1B585944E8E0}" srcOrd="0" destOrd="0" presId="urn:microsoft.com/office/officeart/2016/7/layout/LinearBlockProcessNumbered"/>
    <dgm:cxn modelId="{FA2F00C8-BB8B-45A2-BD5E-E15A8D9FAB62}" type="presOf" srcId="{1586C8AC-B39F-48D3-BF51-F83B79C20FB8}" destId="{EFED26AB-45F9-478A-803A-7FFE973E958F}" srcOrd="1" destOrd="0" presId="urn:microsoft.com/office/officeart/2016/7/layout/LinearBlockProcessNumbered"/>
    <dgm:cxn modelId="{4B7B24DD-D975-49D6-9762-3D38F8F25CC7}" type="presOf" srcId="{C32BE7A9-7496-4A8C-BBA4-16A593B642BF}" destId="{3812C1AA-E67A-4D91-BD51-075290CDE746}" srcOrd="0" destOrd="0" presId="urn:microsoft.com/office/officeart/2016/7/layout/LinearBlockProcessNumbered"/>
    <dgm:cxn modelId="{561091F3-4D78-4BA8-9502-84A31205489E}" type="presOf" srcId="{52C97ABA-BC82-47DF-BD5E-C0C225382FCF}" destId="{84F5A872-F66D-462E-B3B7-4DCAE438B9E2}" srcOrd="1" destOrd="0" presId="urn:microsoft.com/office/officeart/2016/7/layout/LinearBlockProcessNumbered"/>
    <dgm:cxn modelId="{C6C984F8-9C20-4305-905A-63681A7CC317}" type="presParOf" srcId="{2C0B7929-E89F-4FF0-9F32-1499EA62D4A6}" destId="{8B8756F9-5596-4216-AF63-A22BCF680413}" srcOrd="0" destOrd="0" presId="urn:microsoft.com/office/officeart/2016/7/layout/LinearBlockProcessNumbered"/>
    <dgm:cxn modelId="{187AC308-F425-412F-AF38-1EED02EF7583}" type="presParOf" srcId="{8B8756F9-5596-4216-AF63-A22BCF680413}" destId="{77E66D9A-AE89-4457-887A-5D1A5A33F19F}" srcOrd="0" destOrd="0" presId="urn:microsoft.com/office/officeart/2016/7/layout/LinearBlockProcessNumbered"/>
    <dgm:cxn modelId="{976E75BB-6A27-4051-90A4-8EBDE24024F2}" type="presParOf" srcId="{8B8756F9-5596-4216-AF63-A22BCF680413}" destId="{9B2289DC-F97A-4CFD-97E0-A5BDD3BF88E6}" srcOrd="1" destOrd="0" presId="urn:microsoft.com/office/officeart/2016/7/layout/LinearBlockProcessNumbered"/>
    <dgm:cxn modelId="{A6F1D666-3006-44E4-88FA-9583AF2D3283}" type="presParOf" srcId="{8B8756F9-5596-4216-AF63-A22BCF680413}" destId="{84F5A872-F66D-462E-B3B7-4DCAE438B9E2}" srcOrd="2" destOrd="0" presId="urn:microsoft.com/office/officeart/2016/7/layout/LinearBlockProcessNumbered"/>
    <dgm:cxn modelId="{C43BFCFF-C6BB-4589-B20B-703AF8E69ED6}" type="presParOf" srcId="{2C0B7929-E89F-4FF0-9F32-1499EA62D4A6}" destId="{FEBE92FD-CE16-4263-A871-C3F44B9AF23F}" srcOrd="1" destOrd="0" presId="urn:microsoft.com/office/officeart/2016/7/layout/LinearBlockProcessNumbered"/>
    <dgm:cxn modelId="{9A93D72D-8508-464E-B74F-9E49E7BDD6EE}" type="presParOf" srcId="{2C0B7929-E89F-4FF0-9F32-1499EA62D4A6}" destId="{C660ABAC-20DF-43B9-A1A0-A27064AD258B}" srcOrd="2" destOrd="0" presId="urn:microsoft.com/office/officeart/2016/7/layout/LinearBlockProcessNumbered"/>
    <dgm:cxn modelId="{E3BA7F06-86CF-4EE5-B9B8-863039C77321}" type="presParOf" srcId="{C660ABAC-20DF-43B9-A1A0-A27064AD258B}" destId="{3812C1AA-E67A-4D91-BD51-075290CDE746}" srcOrd="0" destOrd="0" presId="urn:microsoft.com/office/officeart/2016/7/layout/LinearBlockProcessNumbered"/>
    <dgm:cxn modelId="{F44EA178-A936-4953-90A4-5A2C15D414B0}" type="presParOf" srcId="{C660ABAC-20DF-43B9-A1A0-A27064AD258B}" destId="{21C18756-9CB1-440F-9DC3-49FFA912002B}" srcOrd="1" destOrd="0" presId="urn:microsoft.com/office/officeart/2016/7/layout/LinearBlockProcessNumbered"/>
    <dgm:cxn modelId="{1A269634-4ACF-45D3-B954-8F3D65304E28}" type="presParOf" srcId="{C660ABAC-20DF-43B9-A1A0-A27064AD258B}" destId="{CB5D6576-17EC-4A74-9381-6C823B9F6829}" srcOrd="2" destOrd="0" presId="urn:microsoft.com/office/officeart/2016/7/layout/LinearBlockProcessNumbered"/>
    <dgm:cxn modelId="{F99ACC4F-8BA8-4343-B7FE-A22AD3613839}" type="presParOf" srcId="{2C0B7929-E89F-4FF0-9F32-1499EA62D4A6}" destId="{ED945323-1B4A-4D2C-A88D-BA17EF2B39DD}" srcOrd="3" destOrd="0" presId="urn:microsoft.com/office/officeart/2016/7/layout/LinearBlockProcessNumbered"/>
    <dgm:cxn modelId="{3059D880-F1EA-4A7B-BCFD-6572FD6FFAFD}" type="presParOf" srcId="{2C0B7929-E89F-4FF0-9F32-1499EA62D4A6}" destId="{F6692BA1-2B8F-4524-B672-A9EBCA71896E}" srcOrd="4" destOrd="0" presId="urn:microsoft.com/office/officeart/2016/7/layout/LinearBlockProcessNumbered"/>
    <dgm:cxn modelId="{B57D1020-8297-42F0-AA73-2CBBF7A436A0}" type="presParOf" srcId="{F6692BA1-2B8F-4524-B672-A9EBCA71896E}" destId="{0A06295E-E7B4-403F-8A60-FE0AB36C63BA}" srcOrd="0" destOrd="0" presId="urn:microsoft.com/office/officeart/2016/7/layout/LinearBlockProcessNumbered"/>
    <dgm:cxn modelId="{BD8B0300-7CC0-4AC9-B700-E56022A68C06}" type="presParOf" srcId="{F6692BA1-2B8F-4524-B672-A9EBCA71896E}" destId="{6E20E995-EEA1-4616-AA7D-1B585944E8E0}" srcOrd="1" destOrd="0" presId="urn:microsoft.com/office/officeart/2016/7/layout/LinearBlockProcessNumbered"/>
    <dgm:cxn modelId="{690CC6FD-2282-4FA6-9EFB-7C963BD0D5D4}" type="presParOf" srcId="{F6692BA1-2B8F-4524-B672-A9EBCA71896E}" destId="{EFED26AB-45F9-478A-803A-7FFE973E958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F193E4F-8EA4-4734-8DBA-D25C5FAC2217}" type="doc">
      <dgm:prSet loTypeId="urn:microsoft.com/office/officeart/2016/7/layout/HorizontalAction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7FD94B-D4CA-43F1-A3C4-281EAE6078CD}">
      <dgm:prSet/>
      <dgm:spPr/>
      <dgm:t>
        <a:bodyPr/>
        <a:lstStyle/>
        <a:p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Launch online ads</a:t>
          </a:r>
          <a:endParaRPr lang="en-US" dirty="0"/>
        </a:p>
      </dgm:t>
    </dgm:pt>
    <dgm:pt modelId="{B95C4FC1-9E85-455C-9585-9B97E784198F}" type="parTrans" cxnId="{B5AACA76-A1CE-4B32-8408-7F86931B9D20}">
      <dgm:prSet/>
      <dgm:spPr/>
      <dgm:t>
        <a:bodyPr/>
        <a:lstStyle/>
        <a:p>
          <a:endParaRPr lang="en-US"/>
        </a:p>
      </dgm:t>
    </dgm:pt>
    <dgm:pt modelId="{952E868B-BB18-404C-A77B-2A44AA3F325F}" type="sibTrans" cxnId="{B5AACA76-A1CE-4B32-8408-7F86931B9D20}">
      <dgm:prSet/>
      <dgm:spPr/>
      <dgm:t>
        <a:bodyPr/>
        <a:lstStyle/>
        <a:p>
          <a:endParaRPr lang="en-US"/>
        </a:p>
      </dgm:t>
    </dgm:pt>
    <dgm:pt modelId="{E535F4D3-412F-4C84-96B6-2DD727B894C9}">
      <dgm:prSet/>
      <dgm:spPr/>
      <dgm:t>
        <a:bodyPr/>
        <a:lstStyle/>
        <a:p>
          <a:pPr rtl="0"/>
          <a:r>
            <a:rPr lang="en-US" dirty="0"/>
            <a:t> Social media, search engines, website.</a:t>
          </a:r>
        </a:p>
      </dgm:t>
    </dgm:pt>
    <dgm:pt modelId="{824F50C2-AFD1-4B15-A559-4A78BD69E95D}" type="parTrans" cxnId="{42446745-415F-4135-A8C1-28EC3F08D86E}">
      <dgm:prSet/>
      <dgm:spPr/>
      <dgm:t>
        <a:bodyPr/>
        <a:lstStyle/>
        <a:p>
          <a:endParaRPr lang="en-US"/>
        </a:p>
      </dgm:t>
    </dgm:pt>
    <dgm:pt modelId="{EF2F72EA-E341-4F30-A3E4-047F99902EF0}" type="sibTrans" cxnId="{42446745-415F-4135-A8C1-28EC3F08D86E}">
      <dgm:prSet/>
      <dgm:spPr/>
      <dgm:t>
        <a:bodyPr/>
        <a:lstStyle/>
        <a:p>
          <a:endParaRPr lang="en-US"/>
        </a:p>
      </dgm:t>
    </dgm:pt>
    <dgm:pt modelId="{A75C0F13-A1C3-4A56-A51E-4718710339D5}">
      <dgm:prSet/>
      <dgm:spPr/>
      <dgm:t>
        <a:bodyPr/>
        <a:lstStyle/>
        <a:p>
          <a:r>
            <a:rPr lang="en-US">
              <a:solidFill>
                <a:srgbClr val="000000"/>
              </a:solidFill>
              <a:latin typeface="Calibri"/>
              <a:ea typeface="Calibri"/>
              <a:cs typeface="Calibri"/>
            </a:rPr>
            <a:t>Launch offline ads</a:t>
          </a:r>
          <a:endParaRPr lang="en-US"/>
        </a:p>
      </dgm:t>
    </dgm:pt>
    <dgm:pt modelId="{BEF904B3-3E96-4B05-B8A6-D66C82E3FA52}" type="parTrans" cxnId="{7FDB97B6-E9BB-492C-A859-2E08A3D74021}">
      <dgm:prSet/>
      <dgm:spPr/>
      <dgm:t>
        <a:bodyPr/>
        <a:lstStyle/>
        <a:p>
          <a:endParaRPr lang="en-US"/>
        </a:p>
      </dgm:t>
    </dgm:pt>
    <dgm:pt modelId="{96692763-D902-40D7-9EC8-10C953FB1BDF}" type="sibTrans" cxnId="{7FDB97B6-E9BB-492C-A859-2E08A3D74021}">
      <dgm:prSet/>
      <dgm:spPr/>
      <dgm:t>
        <a:bodyPr/>
        <a:lstStyle/>
        <a:p>
          <a:endParaRPr lang="en-US"/>
        </a:p>
      </dgm:t>
    </dgm:pt>
    <dgm:pt modelId="{F8068E6E-B8CB-4D91-9A2F-2037B15D1D5D}">
      <dgm:prSet/>
      <dgm:spPr/>
      <dgm:t>
        <a:bodyPr/>
        <a:lstStyle/>
        <a:p>
          <a:r>
            <a:rPr lang="en-US" dirty="0"/>
            <a:t>TV, print, in-store promotions.</a:t>
          </a:r>
        </a:p>
      </dgm:t>
    </dgm:pt>
    <dgm:pt modelId="{87AAA93A-67A7-4220-AFFA-57D5D2CAA46A}" type="parTrans" cxnId="{52DA2CB7-7B57-4E43-BBE2-D617E834998D}">
      <dgm:prSet/>
      <dgm:spPr/>
      <dgm:t>
        <a:bodyPr/>
        <a:lstStyle/>
        <a:p>
          <a:endParaRPr lang="en-US"/>
        </a:p>
      </dgm:t>
    </dgm:pt>
    <dgm:pt modelId="{791A129E-E41F-4E02-8AE1-0F2F298B9E2D}" type="sibTrans" cxnId="{52DA2CB7-7B57-4E43-BBE2-D617E834998D}">
      <dgm:prSet/>
      <dgm:spPr/>
      <dgm:t>
        <a:bodyPr/>
        <a:lstStyle/>
        <a:p>
          <a:endParaRPr lang="en-US"/>
        </a:p>
      </dgm:t>
    </dgm:pt>
    <dgm:pt modelId="{71FF1503-E6E6-4D38-81FB-5CB0313E4BB1}">
      <dgm:prSet/>
      <dgm:spPr/>
      <dgm:t>
        <a:bodyPr/>
        <a:lstStyle/>
        <a:p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Engage customers</a:t>
          </a:r>
          <a:endParaRPr lang="en-US" dirty="0"/>
        </a:p>
      </dgm:t>
    </dgm:pt>
    <dgm:pt modelId="{3E361ADC-6B52-4CBB-9DC4-F62FDE701DDA}" type="parTrans" cxnId="{952D3274-7766-4D0D-8268-58CBDF7BFD6B}">
      <dgm:prSet/>
      <dgm:spPr/>
      <dgm:t>
        <a:bodyPr/>
        <a:lstStyle/>
        <a:p>
          <a:endParaRPr lang="en-US"/>
        </a:p>
      </dgm:t>
    </dgm:pt>
    <dgm:pt modelId="{E784C698-C556-4CFD-9732-CE153DD8A431}" type="sibTrans" cxnId="{952D3274-7766-4D0D-8268-58CBDF7BFD6B}">
      <dgm:prSet/>
      <dgm:spPr/>
      <dgm:t>
        <a:bodyPr/>
        <a:lstStyle/>
        <a:p>
          <a:endParaRPr lang="en-US"/>
        </a:p>
      </dgm:t>
    </dgm:pt>
    <dgm:pt modelId="{487B184A-E2DC-4DCA-8873-815D13465914}">
      <dgm:prSet/>
      <dgm:spPr/>
      <dgm:t>
        <a:bodyPr/>
        <a:lstStyle/>
        <a:p>
          <a:r>
            <a:rPr lang="en-US" dirty="0"/>
            <a:t>Interactive ads, discounts, promotions.</a:t>
          </a:r>
        </a:p>
      </dgm:t>
    </dgm:pt>
    <dgm:pt modelId="{410BEA61-BB1E-47E4-A95B-7C0327914EBB}" type="parTrans" cxnId="{1BA793D3-4094-4B90-A65F-8439C41BB8B5}">
      <dgm:prSet/>
      <dgm:spPr/>
      <dgm:t>
        <a:bodyPr/>
        <a:lstStyle/>
        <a:p>
          <a:endParaRPr lang="en-US"/>
        </a:p>
      </dgm:t>
    </dgm:pt>
    <dgm:pt modelId="{1B28511F-A31F-4164-A7BC-3FE0664D5FFE}" type="sibTrans" cxnId="{1BA793D3-4094-4B90-A65F-8439C41BB8B5}">
      <dgm:prSet/>
      <dgm:spPr/>
      <dgm:t>
        <a:bodyPr/>
        <a:lstStyle/>
        <a:p>
          <a:endParaRPr lang="en-US"/>
        </a:p>
      </dgm:t>
    </dgm:pt>
    <dgm:pt modelId="{C07BFCE7-23CE-4165-BBBF-9A56840E613C}" type="pres">
      <dgm:prSet presAssocID="{4F193E4F-8EA4-4734-8DBA-D25C5FAC2217}" presName="Name0" presStyleCnt="0">
        <dgm:presLayoutVars>
          <dgm:dir/>
          <dgm:animLvl val="lvl"/>
          <dgm:resizeHandles val="exact"/>
        </dgm:presLayoutVars>
      </dgm:prSet>
      <dgm:spPr/>
    </dgm:pt>
    <dgm:pt modelId="{25ECC88C-FBC3-4F57-BE73-715BF4858177}" type="pres">
      <dgm:prSet presAssocID="{D47FD94B-D4CA-43F1-A3C4-281EAE6078CD}" presName="composite" presStyleCnt="0"/>
      <dgm:spPr/>
    </dgm:pt>
    <dgm:pt modelId="{0DA7FE18-E0F6-4F38-94CE-00533D7E98B4}" type="pres">
      <dgm:prSet presAssocID="{D47FD94B-D4CA-43F1-A3C4-281EAE6078CD}" presName="parTx" presStyleLbl="alignNode1" presStyleIdx="0" presStyleCnt="3">
        <dgm:presLayoutVars>
          <dgm:chMax val="0"/>
          <dgm:chPref val="0"/>
        </dgm:presLayoutVars>
      </dgm:prSet>
      <dgm:spPr/>
    </dgm:pt>
    <dgm:pt modelId="{7BD678DA-2DD8-4973-8727-FB32BEF0EB74}" type="pres">
      <dgm:prSet presAssocID="{D47FD94B-D4CA-43F1-A3C4-281EAE6078CD}" presName="desTx" presStyleLbl="alignAccFollowNode1" presStyleIdx="0" presStyleCnt="3">
        <dgm:presLayoutVars/>
      </dgm:prSet>
      <dgm:spPr/>
    </dgm:pt>
    <dgm:pt modelId="{9E9CCE9A-FBD8-4C63-90B1-EF9D582F2D7B}" type="pres">
      <dgm:prSet presAssocID="{952E868B-BB18-404C-A77B-2A44AA3F325F}" presName="space" presStyleCnt="0"/>
      <dgm:spPr/>
    </dgm:pt>
    <dgm:pt modelId="{CE0B06A2-D132-4A06-8A01-43E7F837C2A3}" type="pres">
      <dgm:prSet presAssocID="{A75C0F13-A1C3-4A56-A51E-4718710339D5}" presName="composite" presStyleCnt="0"/>
      <dgm:spPr/>
    </dgm:pt>
    <dgm:pt modelId="{AA873020-9A17-470E-8BB9-F629830DF4A4}" type="pres">
      <dgm:prSet presAssocID="{A75C0F13-A1C3-4A56-A51E-4718710339D5}" presName="parTx" presStyleLbl="alignNode1" presStyleIdx="1" presStyleCnt="3">
        <dgm:presLayoutVars>
          <dgm:chMax val="0"/>
          <dgm:chPref val="0"/>
        </dgm:presLayoutVars>
      </dgm:prSet>
      <dgm:spPr/>
    </dgm:pt>
    <dgm:pt modelId="{04EE968E-F459-410A-B2A4-5B64BDA302DB}" type="pres">
      <dgm:prSet presAssocID="{A75C0F13-A1C3-4A56-A51E-4718710339D5}" presName="desTx" presStyleLbl="alignAccFollowNode1" presStyleIdx="1" presStyleCnt="3">
        <dgm:presLayoutVars/>
      </dgm:prSet>
      <dgm:spPr/>
    </dgm:pt>
    <dgm:pt modelId="{40220B43-FC9E-403D-B829-BE001193ECF2}" type="pres">
      <dgm:prSet presAssocID="{96692763-D902-40D7-9EC8-10C953FB1BDF}" presName="space" presStyleCnt="0"/>
      <dgm:spPr/>
    </dgm:pt>
    <dgm:pt modelId="{0092B5ED-1D09-46F6-BF34-6DAD93F5FEEF}" type="pres">
      <dgm:prSet presAssocID="{71FF1503-E6E6-4D38-81FB-5CB0313E4BB1}" presName="composite" presStyleCnt="0"/>
      <dgm:spPr/>
    </dgm:pt>
    <dgm:pt modelId="{8317ED7E-14E9-4025-B49C-9C4861E63D81}" type="pres">
      <dgm:prSet presAssocID="{71FF1503-E6E6-4D38-81FB-5CB0313E4BB1}" presName="parTx" presStyleLbl="alignNode1" presStyleIdx="2" presStyleCnt="3">
        <dgm:presLayoutVars>
          <dgm:chMax val="0"/>
          <dgm:chPref val="0"/>
        </dgm:presLayoutVars>
      </dgm:prSet>
      <dgm:spPr/>
    </dgm:pt>
    <dgm:pt modelId="{C5A4F949-B0FB-4830-98A2-E499E46BA1E6}" type="pres">
      <dgm:prSet presAssocID="{71FF1503-E6E6-4D38-81FB-5CB0313E4BB1}" presName="desTx" presStyleLbl="alignAccFollowNode1" presStyleIdx="2" presStyleCnt="3">
        <dgm:presLayoutVars/>
      </dgm:prSet>
      <dgm:spPr/>
    </dgm:pt>
  </dgm:ptLst>
  <dgm:cxnLst>
    <dgm:cxn modelId="{27659C1E-445A-4F94-98A0-961C4BC1F67B}" type="presOf" srcId="{487B184A-E2DC-4DCA-8873-815D13465914}" destId="{C5A4F949-B0FB-4830-98A2-E499E46BA1E6}" srcOrd="0" destOrd="0" presId="urn:microsoft.com/office/officeart/2016/7/layout/HorizontalActionList"/>
    <dgm:cxn modelId="{A11C8642-A429-43B4-8C4D-62C0D05FB7BC}" type="presOf" srcId="{E535F4D3-412F-4C84-96B6-2DD727B894C9}" destId="{7BD678DA-2DD8-4973-8727-FB32BEF0EB74}" srcOrd="0" destOrd="0" presId="urn:microsoft.com/office/officeart/2016/7/layout/HorizontalActionList"/>
    <dgm:cxn modelId="{42446745-415F-4135-A8C1-28EC3F08D86E}" srcId="{D47FD94B-D4CA-43F1-A3C4-281EAE6078CD}" destId="{E535F4D3-412F-4C84-96B6-2DD727B894C9}" srcOrd="0" destOrd="0" parTransId="{824F50C2-AFD1-4B15-A559-4A78BD69E95D}" sibTransId="{EF2F72EA-E341-4F30-A3E4-047F99902EF0}"/>
    <dgm:cxn modelId="{EBE25C72-9F57-441D-8F7A-E161B6D1C65D}" type="presOf" srcId="{D47FD94B-D4CA-43F1-A3C4-281EAE6078CD}" destId="{0DA7FE18-E0F6-4F38-94CE-00533D7E98B4}" srcOrd="0" destOrd="0" presId="urn:microsoft.com/office/officeart/2016/7/layout/HorizontalActionList"/>
    <dgm:cxn modelId="{952D3274-7766-4D0D-8268-58CBDF7BFD6B}" srcId="{4F193E4F-8EA4-4734-8DBA-D25C5FAC2217}" destId="{71FF1503-E6E6-4D38-81FB-5CB0313E4BB1}" srcOrd="2" destOrd="0" parTransId="{3E361ADC-6B52-4CBB-9DC4-F62FDE701DDA}" sibTransId="{E784C698-C556-4CFD-9732-CE153DD8A431}"/>
    <dgm:cxn modelId="{B5AACA76-A1CE-4B32-8408-7F86931B9D20}" srcId="{4F193E4F-8EA4-4734-8DBA-D25C5FAC2217}" destId="{D47FD94B-D4CA-43F1-A3C4-281EAE6078CD}" srcOrd="0" destOrd="0" parTransId="{B95C4FC1-9E85-455C-9585-9B97E784198F}" sibTransId="{952E868B-BB18-404C-A77B-2A44AA3F325F}"/>
    <dgm:cxn modelId="{7AC45F7F-E657-43A3-AD4C-A10F65C74B8F}" type="presOf" srcId="{4F193E4F-8EA4-4734-8DBA-D25C5FAC2217}" destId="{C07BFCE7-23CE-4165-BBBF-9A56840E613C}" srcOrd="0" destOrd="0" presId="urn:microsoft.com/office/officeart/2016/7/layout/HorizontalActionList"/>
    <dgm:cxn modelId="{1A75B682-C83C-4535-B9AE-4C4B5BCCFE67}" type="presOf" srcId="{71FF1503-E6E6-4D38-81FB-5CB0313E4BB1}" destId="{8317ED7E-14E9-4025-B49C-9C4861E63D81}" srcOrd="0" destOrd="0" presId="urn:microsoft.com/office/officeart/2016/7/layout/HorizontalActionList"/>
    <dgm:cxn modelId="{7D41C788-1E65-4DB8-8899-B5016F8927A3}" type="presOf" srcId="{A75C0F13-A1C3-4A56-A51E-4718710339D5}" destId="{AA873020-9A17-470E-8BB9-F629830DF4A4}" srcOrd="0" destOrd="0" presId="urn:microsoft.com/office/officeart/2016/7/layout/HorizontalActionList"/>
    <dgm:cxn modelId="{0BF52591-07A3-4355-841D-334F7FE73B7F}" type="presOf" srcId="{F8068E6E-B8CB-4D91-9A2F-2037B15D1D5D}" destId="{04EE968E-F459-410A-B2A4-5B64BDA302DB}" srcOrd="0" destOrd="0" presId="urn:microsoft.com/office/officeart/2016/7/layout/HorizontalActionList"/>
    <dgm:cxn modelId="{7FDB97B6-E9BB-492C-A859-2E08A3D74021}" srcId="{4F193E4F-8EA4-4734-8DBA-D25C5FAC2217}" destId="{A75C0F13-A1C3-4A56-A51E-4718710339D5}" srcOrd="1" destOrd="0" parTransId="{BEF904B3-3E96-4B05-B8A6-D66C82E3FA52}" sibTransId="{96692763-D902-40D7-9EC8-10C953FB1BDF}"/>
    <dgm:cxn modelId="{52DA2CB7-7B57-4E43-BBE2-D617E834998D}" srcId="{A75C0F13-A1C3-4A56-A51E-4718710339D5}" destId="{F8068E6E-B8CB-4D91-9A2F-2037B15D1D5D}" srcOrd="0" destOrd="0" parTransId="{87AAA93A-67A7-4220-AFFA-57D5D2CAA46A}" sibTransId="{791A129E-E41F-4E02-8AE1-0F2F298B9E2D}"/>
    <dgm:cxn modelId="{1BA793D3-4094-4B90-A65F-8439C41BB8B5}" srcId="{71FF1503-E6E6-4D38-81FB-5CB0313E4BB1}" destId="{487B184A-E2DC-4DCA-8873-815D13465914}" srcOrd="0" destOrd="0" parTransId="{410BEA61-BB1E-47E4-A95B-7C0327914EBB}" sibTransId="{1B28511F-A31F-4164-A7BC-3FE0664D5FFE}"/>
    <dgm:cxn modelId="{A885AA6E-9D5E-43DE-BE06-64DF49B71009}" type="presParOf" srcId="{C07BFCE7-23CE-4165-BBBF-9A56840E613C}" destId="{25ECC88C-FBC3-4F57-BE73-715BF4858177}" srcOrd="0" destOrd="0" presId="urn:microsoft.com/office/officeart/2016/7/layout/HorizontalActionList"/>
    <dgm:cxn modelId="{98BA8C1A-04C5-4AE8-AB2C-AF3B920D9266}" type="presParOf" srcId="{25ECC88C-FBC3-4F57-BE73-715BF4858177}" destId="{0DA7FE18-E0F6-4F38-94CE-00533D7E98B4}" srcOrd="0" destOrd="0" presId="urn:microsoft.com/office/officeart/2016/7/layout/HorizontalActionList"/>
    <dgm:cxn modelId="{D099F466-A51E-40FA-A23E-80E5821DDAA6}" type="presParOf" srcId="{25ECC88C-FBC3-4F57-BE73-715BF4858177}" destId="{7BD678DA-2DD8-4973-8727-FB32BEF0EB74}" srcOrd="1" destOrd="0" presId="urn:microsoft.com/office/officeart/2016/7/layout/HorizontalActionList"/>
    <dgm:cxn modelId="{FA9AD447-23CB-4644-8AC8-05B5C3251558}" type="presParOf" srcId="{C07BFCE7-23CE-4165-BBBF-9A56840E613C}" destId="{9E9CCE9A-FBD8-4C63-90B1-EF9D582F2D7B}" srcOrd="1" destOrd="0" presId="urn:microsoft.com/office/officeart/2016/7/layout/HorizontalActionList"/>
    <dgm:cxn modelId="{EA00A445-232C-40DB-806B-39DB48609FB8}" type="presParOf" srcId="{C07BFCE7-23CE-4165-BBBF-9A56840E613C}" destId="{CE0B06A2-D132-4A06-8A01-43E7F837C2A3}" srcOrd="2" destOrd="0" presId="urn:microsoft.com/office/officeart/2016/7/layout/HorizontalActionList"/>
    <dgm:cxn modelId="{5AE5D075-0E8B-4BFC-AED3-34DA6133AC06}" type="presParOf" srcId="{CE0B06A2-D132-4A06-8A01-43E7F837C2A3}" destId="{AA873020-9A17-470E-8BB9-F629830DF4A4}" srcOrd="0" destOrd="0" presId="urn:microsoft.com/office/officeart/2016/7/layout/HorizontalActionList"/>
    <dgm:cxn modelId="{96FB0FEC-4EF2-4789-96DA-646754181798}" type="presParOf" srcId="{CE0B06A2-D132-4A06-8A01-43E7F837C2A3}" destId="{04EE968E-F459-410A-B2A4-5B64BDA302DB}" srcOrd="1" destOrd="0" presId="urn:microsoft.com/office/officeart/2016/7/layout/HorizontalActionList"/>
    <dgm:cxn modelId="{C4961E46-B549-4B78-B037-E45DA84ED2F1}" type="presParOf" srcId="{C07BFCE7-23CE-4165-BBBF-9A56840E613C}" destId="{40220B43-FC9E-403D-B829-BE001193ECF2}" srcOrd="3" destOrd="0" presId="urn:microsoft.com/office/officeart/2016/7/layout/HorizontalActionList"/>
    <dgm:cxn modelId="{6AFD9D3B-789A-4E3A-B6E6-BD4123BB7644}" type="presParOf" srcId="{C07BFCE7-23CE-4165-BBBF-9A56840E613C}" destId="{0092B5ED-1D09-46F6-BF34-6DAD93F5FEEF}" srcOrd="4" destOrd="0" presId="urn:microsoft.com/office/officeart/2016/7/layout/HorizontalActionList"/>
    <dgm:cxn modelId="{9F29C680-6436-41DA-A5A7-E9C04657C66A}" type="presParOf" srcId="{0092B5ED-1D09-46F6-BF34-6DAD93F5FEEF}" destId="{8317ED7E-14E9-4025-B49C-9C4861E63D81}" srcOrd="0" destOrd="0" presId="urn:microsoft.com/office/officeart/2016/7/layout/HorizontalActionList"/>
    <dgm:cxn modelId="{6E649938-DAB0-4E82-8C7C-15BCC6F7B656}" type="presParOf" srcId="{0092B5ED-1D09-46F6-BF34-6DAD93F5FEEF}" destId="{C5A4F949-B0FB-4830-98A2-E499E46BA1E6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FABEF9E-10C7-4158-883A-2948E29E0EEC}" type="doc">
      <dgm:prSet loTypeId="urn:microsoft.com/office/officeart/2005/8/layout/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6ED0DA-1606-4D16-915D-C3360B5BDE35}">
      <dgm:prSet/>
      <dgm:spPr/>
      <dgm:t>
        <a:bodyPr/>
        <a:lstStyle/>
        <a:p>
          <a:pPr rtl="0"/>
          <a:r>
            <a:rPr lang="en-US" dirty="0"/>
            <a:t>- Supplier Metrics</a:t>
          </a:r>
          <a:endParaRPr lang="en-US" dirty="0">
            <a:latin typeface="Century Gothic" panose="020B0502020202020204"/>
          </a:endParaRPr>
        </a:p>
      </dgm:t>
    </dgm:pt>
    <dgm:pt modelId="{4F848179-738E-4893-ABAB-2658489BCF2A}" type="parTrans" cxnId="{5AA3B2BD-D42C-4D09-9EE3-F5DF8A19D57C}">
      <dgm:prSet/>
      <dgm:spPr/>
      <dgm:t>
        <a:bodyPr/>
        <a:lstStyle/>
        <a:p>
          <a:endParaRPr lang="en-US"/>
        </a:p>
      </dgm:t>
    </dgm:pt>
    <dgm:pt modelId="{AA4AD28D-999A-46C1-86D5-389BF3D9FE7D}" type="sibTrans" cxnId="{5AA3B2BD-D42C-4D09-9EE3-F5DF8A19D57C}">
      <dgm:prSet/>
      <dgm:spPr/>
      <dgm:t>
        <a:bodyPr/>
        <a:lstStyle/>
        <a:p>
          <a:endParaRPr lang="en-US"/>
        </a:p>
      </dgm:t>
    </dgm:pt>
    <dgm:pt modelId="{38C2DBD2-DBC2-45B8-AD2A-8EFAC01AD88A}">
      <dgm:prSet/>
      <dgm:spPr/>
      <dgm:t>
        <a:bodyPr/>
        <a:lstStyle/>
        <a:p>
          <a:pPr rtl="0"/>
          <a:r>
            <a:rPr lang="en-US" dirty="0"/>
            <a:t>- Big Bazaar Metrics</a:t>
          </a:r>
          <a:endParaRPr lang="en-US" dirty="0">
            <a:latin typeface="Century Gothic" panose="020B0502020202020204"/>
          </a:endParaRPr>
        </a:p>
      </dgm:t>
    </dgm:pt>
    <dgm:pt modelId="{EEAE28F6-FFD0-4FB8-AAD0-848AB2F1A267}" type="parTrans" cxnId="{D4DBE91A-7645-447B-AA0B-DFFA58CB7C8B}">
      <dgm:prSet/>
      <dgm:spPr/>
      <dgm:t>
        <a:bodyPr/>
        <a:lstStyle/>
        <a:p>
          <a:endParaRPr lang="en-US"/>
        </a:p>
      </dgm:t>
    </dgm:pt>
    <dgm:pt modelId="{141C565D-62A6-4F6C-B2DB-8047C2A56145}" type="sibTrans" cxnId="{D4DBE91A-7645-447B-AA0B-DFFA58CB7C8B}">
      <dgm:prSet/>
      <dgm:spPr/>
      <dgm:t>
        <a:bodyPr/>
        <a:lstStyle/>
        <a:p>
          <a:endParaRPr lang="en-US"/>
        </a:p>
      </dgm:t>
    </dgm:pt>
    <dgm:pt modelId="{CA8FCC91-1E9A-4378-864B-B8CC090A7418}">
      <dgm:prSet/>
      <dgm:spPr/>
      <dgm:t>
        <a:bodyPr/>
        <a:lstStyle/>
        <a:p>
          <a:pPr rtl="0"/>
          <a:r>
            <a:rPr lang="en-US" dirty="0"/>
            <a:t>- Customer Metrics</a:t>
          </a:r>
          <a:endParaRPr lang="en-US" dirty="0">
            <a:latin typeface="Century Gothic" panose="020B0502020202020204"/>
          </a:endParaRPr>
        </a:p>
      </dgm:t>
    </dgm:pt>
    <dgm:pt modelId="{D621F5B8-880A-4C8B-A8B8-5F168ED2CDA9}" type="parTrans" cxnId="{3F4BEE70-7B44-41AD-AFEC-3AE4AD4069B3}">
      <dgm:prSet/>
      <dgm:spPr/>
      <dgm:t>
        <a:bodyPr/>
        <a:lstStyle/>
        <a:p>
          <a:endParaRPr lang="en-US"/>
        </a:p>
      </dgm:t>
    </dgm:pt>
    <dgm:pt modelId="{B51C6068-32B6-441F-BE9B-A2157260BFF5}" type="sibTrans" cxnId="{3F4BEE70-7B44-41AD-AFEC-3AE4AD4069B3}">
      <dgm:prSet/>
      <dgm:spPr/>
      <dgm:t>
        <a:bodyPr/>
        <a:lstStyle/>
        <a:p>
          <a:endParaRPr lang="en-US"/>
        </a:p>
      </dgm:t>
    </dgm:pt>
    <dgm:pt modelId="{ED3A752B-CF89-4B28-8B7E-40EAD173892C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 </a:t>
          </a:r>
          <a:r>
            <a:rPr lang="en-US" dirty="0"/>
            <a:t>Sales </a:t>
          </a:r>
          <a:r>
            <a:rPr lang="en-US" dirty="0">
              <a:latin typeface="Century Gothic" panose="020B0502020202020204"/>
            </a:rPr>
            <a:t>growth</a:t>
          </a:r>
        </a:p>
      </dgm:t>
    </dgm:pt>
    <dgm:pt modelId="{C45F6371-9E2D-4251-B77F-57F083DF679E}" type="parTrans" cxnId="{E1B36A33-D061-4897-B629-BC5788A8AB75}">
      <dgm:prSet/>
      <dgm:spPr/>
    </dgm:pt>
    <dgm:pt modelId="{F00B2B46-208F-4BBD-B91D-DCB8F704FFDD}" type="sibTrans" cxnId="{E1B36A33-D061-4897-B629-BC5788A8AB75}">
      <dgm:prSet/>
      <dgm:spPr/>
      <dgm:t>
        <a:bodyPr/>
        <a:lstStyle/>
        <a:p>
          <a:endParaRPr lang="en-US"/>
        </a:p>
      </dgm:t>
    </dgm:pt>
    <dgm:pt modelId="{E5AC6928-B33C-44B0-A177-409961E58E3E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brand</a:t>
          </a:r>
          <a:r>
            <a:rPr lang="en-US" dirty="0"/>
            <a:t> awareness</a:t>
          </a:r>
          <a:endParaRPr lang="en-US" dirty="0">
            <a:latin typeface="Century Gothic" panose="020B0502020202020204"/>
          </a:endParaRPr>
        </a:p>
      </dgm:t>
    </dgm:pt>
    <dgm:pt modelId="{B2F4D19E-8AE5-4ED1-8782-2026F535323E}" type="parTrans" cxnId="{11FD64CA-6AF3-484F-B05A-D03CE811BCAC}">
      <dgm:prSet/>
      <dgm:spPr/>
    </dgm:pt>
    <dgm:pt modelId="{DFF4C4C2-EBAD-4CFF-B8BC-763D909B07CA}" type="sibTrans" cxnId="{11FD64CA-6AF3-484F-B05A-D03CE811BCAC}">
      <dgm:prSet/>
      <dgm:spPr/>
      <dgm:t>
        <a:bodyPr/>
        <a:lstStyle/>
        <a:p>
          <a:endParaRPr lang="en-US"/>
        </a:p>
      </dgm:t>
    </dgm:pt>
    <dgm:pt modelId="{94FA38B3-1954-4835-90BC-13E9582BCDAB}">
      <dgm:prSet phldr="0"/>
      <dgm:spPr/>
      <dgm:t>
        <a:bodyPr/>
        <a:lstStyle/>
        <a:p>
          <a:r>
            <a:rPr lang="en-US" dirty="0">
              <a:latin typeface="Century Gothic" panose="020B0502020202020204"/>
            </a:rPr>
            <a:t> </a:t>
          </a:r>
          <a:r>
            <a:rPr lang="en-US" dirty="0"/>
            <a:t>ROI</a:t>
          </a:r>
        </a:p>
      </dgm:t>
    </dgm:pt>
    <dgm:pt modelId="{B5E84E28-07EE-41AE-9252-29E6652E4023}" type="parTrans" cxnId="{692617ED-1237-48EE-B330-A2D2CF0D5AC5}">
      <dgm:prSet/>
      <dgm:spPr/>
    </dgm:pt>
    <dgm:pt modelId="{54B28CD3-B6B6-4E23-B185-D06424B014B3}" type="sibTrans" cxnId="{692617ED-1237-48EE-B330-A2D2CF0D5AC5}">
      <dgm:prSet/>
      <dgm:spPr/>
      <dgm:t>
        <a:bodyPr/>
        <a:lstStyle/>
        <a:p>
          <a:endParaRPr lang="en-US"/>
        </a:p>
      </dgm:t>
    </dgm:pt>
    <dgm:pt modelId="{D2CEFD56-08FB-4F4D-A004-22C27399340A}">
      <dgm:prSet phldr="0"/>
      <dgm:spPr/>
      <dgm:t>
        <a:bodyPr/>
        <a:lstStyle/>
        <a:p>
          <a:pPr rtl="0"/>
          <a:r>
            <a:rPr lang="en-US" dirty="0"/>
            <a:t>Website traffic</a:t>
          </a:r>
          <a:endParaRPr lang="en-US" dirty="0">
            <a:latin typeface="Century Gothic" panose="020B0502020202020204"/>
          </a:endParaRPr>
        </a:p>
      </dgm:t>
    </dgm:pt>
    <dgm:pt modelId="{9D3B53FF-6137-427F-9D16-E5420C163535}" type="parTrans" cxnId="{B08EFF62-177A-4E7D-B4CF-26B81F3A8072}">
      <dgm:prSet/>
      <dgm:spPr/>
    </dgm:pt>
    <dgm:pt modelId="{C6370113-59C1-492E-81A9-884524B9DC2B}" type="sibTrans" cxnId="{B08EFF62-177A-4E7D-B4CF-26B81F3A8072}">
      <dgm:prSet/>
      <dgm:spPr/>
      <dgm:t>
        <a:bodyPr/>
        <a:lstStyle/>
        <a:p>
          <a:endParaRPr lang="en-US"/>
        </a:p>
      </dgm:t>
    </dgm:pt>
    <dgm:pt modelId="{AB6B91B5-53F7-429D-A14B-BFBDE6CCCC01}">
      <dgm:prSet phldr="0"/>
      <dgm:spPr/>
      <dgm:t>
        <a:bodyPr/>
        <a:lstStyle/>
        <a:p>
          <a:pPr rtl="0"/>
          <a:r>
            <a:rPr lang="en-US" dirty="0"/>
            <a:t>sales growth</a:t>
          </a:r>
          <a:endParaRPr lang="en-US" dirty="0">
            <a:latin typeface="Century Gothic" panose="020B0502020202020204"/>
          </a:endParaRPr>
        </a:p>
      </dgm:t>
    </dgm:pt>
    <dgm:pt modelId="{A42A5BCF-30E8-4D2D-B556-7F1D7A75AC86}" type="parTrans" cxnId="{58C10A44-2043-4BE0-8F48-F640BEE6F578}">
      <dgm:prSet/>
      <dgm:spPr/>
    </dgm:pt>
    <dgm:pt modelId="{CDA8406F-F43D-4473-B8EC-85F9FAAB272B}" type="sibTrans" cxnId="{58C10A44-2043-4BE0-8F48-F640BEE6F578}">
      <dgm:prSet/>
      <dgm:spPr/>
      <dgm:t>
        <a:bodyPr/>
        <a:lstStyle/>
        <a:p>
          <a:endParaRPr lang="en-US"/>
        </a:p>
      </dgm:t>
    </dgm:pt>
    <dgm:pt modelId="{50E89F0A-E784-4BA7-BC73-6F3E955CF130}">
      <dgm:prSet phldr="0"/>
      <dgm:spPr/>
      <dgm:t>
        <a:bodyPr/>
        <a:lstStyle/>
        <a:p>
          <a:r>
            <a:rPr lang="en-US" dirty="0"/>
            <a:t>customer satisfaction</a:t>
          </a:r>
        </a:p>
      </dgm:t>
    </dgm:pt>
    <dgm:pt modelId="{B6FEEF24-8805-4499-A019-AAF85150D446}" type="parTrans" cxnId="{05987A6F-476A-42BA-BB2A-97833F1BF083}">
      <dgm:prSet/>
      <dgm:spPr/>
    </dgm:pt>
    <dgm:pt modelId="{9441460E-32F7-4620-9ECD-1454478B6EB6}" type="sibTrans" cxnId="{05987A6F-476A-42BA-BB2A-97833F1BF083}">
      <dgm:prSet/>
      <dgm:spPr/>
      <dgm:t>
        <a:bodyPr/>
        <a:lstStyle/>
        <a:p>
          <a:endParaRPr lang="en-US"/>
        </a:p>
      </dgm:t>
    </dgm:pt>
    <dgm:pt modelId="{27C29BA5-5144-451C-9E94-8A5114175A3D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 </a:t>
          </a:r>
          <a:r>
            <a:rPr lang="en-US" dirty="0"/>
            <a:t>Conversion rates</a:t>
          </a:r>
          <a:endParaRPr lang="en-US" dirty="0">
            <a:latin typeface="Century Gothic" panose="020B0502020202020204"/>
          </a:endParaRPr>
        </a:p>
      </dgm:t>
    </dgm:pt>
    <dgm:pt modelId="{239B58B5-BFD0-4E26-94F9-C3E1B4AADFE6}" type="parTrans" cxnId="{182D5B3F-8376-42BF-B0F0-235C4CBFD267}">
      <dgm:prSet/>
      <dgm:spPr/>
    </dgm:pt>
    <dgm:pt modelId="{6683DC33-BF8C-4703-9336-09D97C7B4260}" type="sibTrans" cxnId="{182D5B3F-8376-42BF-B0F0-235C4CBFD267}">
      <dgm:prSet/>
      <dgm:spPr/>
    </dgm:pt>
    <dgm:pt modelId="{500D8CA3-1230-4908-86C2-F070080E70D8}">
      <dgm:prSet phldr="0"/>
      <dgm:spPr/>
      <dgm:t>
        <a:bodyPr/>
        <a:lstStyle/>
        <a:p>
          <a:r>
            <a:rPr lang="en-US" dirty="0">
              <a:latin typeface="Century Gothic" panose="020B0502020202020204"/>
            </a:rPr>
            <a:t> </a:t>
          </a:r>
          <a:r>
            <a:rPr lang="en-US" dirty="0"/>
            <a:t>satisfaction scores</a:t>
          </a:r>
        </a:p>
      </dgm:t>
    </dgm:pt>
    <dgm:pt modelId="{1B31FA63-E380-4167-8D55-4DA6C4C293CB}" type="parTrans" cxnId="{D8675CAB-D2D4-4CEF-B943-6987C6F301EE}">
      <dgm:prSet/>
      <dgm:spPr/>
    </dgm:pt>
    <dgm:pt modelId="{4AEE8A19-8403-465C-A394-1A388A330B39}" type="sibTrans" cxnId="{D8675CAB-D2D4-4CEF-B943-6987C6F301EE}">
      <dgm:prSet/>
      <dgm:spPr/>
    </dgm:pt>
    <dgm:pt modelId="{28549BCE-54DD-4322-965A-F14E49B1E90B}" type="pres">
      <dgm:prSet presAssocID="{DFABEF9E-10C7-4158-883A-2948E29E0EEC}" presName="diagram" presStyleCnt="0">
        <dgm:presLayoutVars>
          <dgm:dir/>
          <dgm:resizeHandles val="exact"/>
        </dgm:presLayoutVars>
      </dgm:prSet>
      <dgm:spPr/>
    </dgm:pt>
    <dgm:pt modelId="{62D4A9A2-6BF4-49B7-8758-5B631EFCCD01}" type="pres">
      <dgm:prSet presAssocID="{6B6ED0DA-1606-4D16-915D-C3360B5BDE35}" presName="node" presStyleLbl="node1" presStyleIdx="0" presStyleCnt="3">
        <dgm:presLayoutVars>
          <dgm:bulletEnabled val="1"/>
        </dgm:presLayoutVars>
      </dgm:prSet>
      <dgm:spPr/>
    </dgm:pt>
    <dgm:pt modelId="{96C9671B-76A3-4687-851F-2C2917B7AA57}" type="pres">
      <dgm:prSet presAssocID="{AA4AD28D-999A-46C1-86D5-389BF3D9FE7D}" presName="sibTrans" presStyleLbl="sibTrans2D1" presStyleIdx="0" presStyleCnt="2"/>
      <dgm:spPr/>
    </dgm:pt>
    <dgm:pt modelId="{1AFAF9AC-69B0-4879-9C3C-EB85ED807385}" type="pres">
      <dgm:prSet presAssocID="{AA4AD28D-999A-46C1-86D5-389BF3D9FE7D}" presName="connectorText" presStyleLbl="sibTrans2D1" presStyleIdx="0" presStyleCnt="2"/>
      <dgm:spPr/>
    </dgm:pt>
    <dgm:pt modelId="{3255F314-DF53-4EFE-8F60-7A2EFE7BD21A}" type="pres">
      <dgm:prSet presAssocID="{38C2DBD2-DBC2-45B8-AD2A-8EFAC01AD88A}" presName="node" presStyleLbl="node1" presStyleIdx="1" presStyleCnt="3">
        <dgm:presLayoutVars>
          <dgm:bulletEnabled val="1"/>
        </dgm:presLayoutVars>
      </dgm:prSet>
      <dgm:spPr/>
    </dgm:pt>
    <dgm:pt modelId="{F7A4479D-57E1-4BBD-A3DD-7F06B9A2F38D}" type="pres">
      <dgm:prSet presAssocID="{141C565D-62A6-4F6C-B2DB-8047C2A56145}" presName="sibTrans" presStyleLbl="sibTrans2D1" presStyleIdx="1" presStyleCnt="2"/>
      <dgm:spPr/>
    </dgm:pt>
    <dgm:pt modelId="{0C0BAE7F-5269-454E-BCD6-E93997CBB786}" type="pres">
      <dgm:prSet presAssocID="{141C565D-62A6-4F6C-B2DB-8047C2A56145}" presName="connectorText" presStyleLbl="sibTrans2D1" presStyleIdx="1" presStyleCnt="2"/>
      <dgm:spPr/>
    </dgm:pt>
    <dgm:pt modelId="{DA15CC1D-A7EE-43FB-A30F-26DA4C613224}" type="pres">
      <dgm:prSet presAssocID="{CA8FCC91-1E9A-4378-864B-B8CC090A7418}" presName="node" presStyleLbl="node1" presStyleIdx="2" presStyleCnt="3">
        <dgm:presLayoutVars>
          <dgm:bulletEnabled val="1"/>
        </dgm:presLayoutVars>
      </dgm:prSet>
      <dgm:spPr/>
    </dgm:pt>
  </dgm:ptLst>
  <dgm:cxnLst>
    <dgm:cxn modelId="{73E96C0C-D2D0-4FE7-8519-37254BA76DDB}" type="presOf" srcId="{50E89F0A-E784-4BA7-BC73-6F3E955CF130}" destId="{3255F314-DF53-4EFE-8F60-7A2EFE7BD21A}" srcOrd="0" destOrd="3" presId="urn:microsoft.com/office/officeart/2005/8/layout/process5"/>
    <dgm:cxn modelId="{9841881A-37E1-4440-9B9E-0DF0C6043E0F}" type="presOf" srcId="{AB6B91B5-53F7-429D-A14B-BFBDE6CCCC01}" destId="{3255F314-DF53-4EFE-8F60-7A2EFE7BD21A}" srcOrd="0" destOrd="2" presId="urn:microsoft.com/office/officeart/2005/8/layout/process5"/>
    <dgm:cxn modelId="{D4DBE91A-7645-447B-AA0B-DFFA58CB7C8B}" srcId="{DFABEF9E-10C7-4158-883A-2948E29E0EEC}" destId="{38C2DBD2-DBC2-45B8-AD2A-8EFAC01AD88A}" srcOrd="1" destOrd="0" parTransId="{EEAE28F6-FFD0-4FB8-AAD0-848AB2F1A267}" sibTransId="{141C565D-62A6-4F6C-B2DB-8047C2A56145}"/>
    <dgm:cxn modelId="{E870F31B-1BBD-4D3D-938B-5FC5296259C2}" type="presOf" srcId="{27C29BA5-5144-451C-9E94-8A5114175A3D}" destId="{DA15CC1D-A7EE-43FB-A30F-26DA4C613224}" srcOrd="0" destOrd="1" presId="urn:microsoft.com/office/officeart/2005/8/layout/process5"/>
    <dgm:cxn modelId="{CE861125-D7F4-4CA4-BF91-DAEDEA60D755}" type="presOf" srcId="{6B6ED0DA-1606-4D16-915D-C3360B5BDE35}" destId="{62D4A9A2-6BF4-49B7-8758-5B631EFCCD01}" srcOrd="0" destOrd="0" presId="urn:microsoft.com/office/officeart/2005/8/layout/process5"/>
    <dgm:cxn modelId="{E1B36A33-D061-4897-B629-BC5788A8AB75}" srcId="{6B6ED0DA-1606-4D16-915D-C3360B5BDE35}" destId="{ED3A752B-CF89-4B28-8B7E-40EAD173892C}" srcOrd="0" destOrd="0" parTransId="{C45F6371-9E2D-4251-B77F-57F083DF679E}" sibTransId="{F00B2B46-208F-4BBD-B91D-DCB8F704FFDD}"/>
    <dgm:cxn modelId="{8F451C3F-707E-48FE-8763-BE160B1008FF}" type="presOf" srcId="{141C565D-62A6-4F6C-B2DB-8047C2A56145}" destId="{F7A4479D-57E1-4BBD-A3DD-7F06B9A2F38D}" srcOrd="0" destOrd="0" presId="urn:microsoft.com/office/officeart/2005/8/layout/process5"/>
    <dgm:cxn modelId="{182D5B3F-8376-42BF-B0F0-235C4CBFD267}" srcId="{CA8FCC91-1E9A-4378-864B-B8CC090A7418}" destId="{27C29BA5-5144-451C-9E94-8A5114175A3D}" srcOrd="0" destOrd="0" parTransId="{239B58B5-BFD0-4E26-94F9-C3E1B4AADFE6}" sibTransId="{6683DC33-BF8C-4703-9336-09D97C7B4260}"/>
    <dgm:cxn modelId="{B08EFF62-177A-4E7D-B4CF-26B81F3A8072}" srcId="{38C2DBD2-DBC2-45B8-AD2A-8EFAC01AD88A}" destId="{D2CEFD56-08FB-4F4D-A004-22C27399340A}" srcOrd="0" destOrd="0" parTransId="{9D3B53FF-6137-427F-9D16-E5420C163535}" sibTransId="{C6370113-59C1-492E-81A9-884524B9DC2B}"/>
    <dgm:cxn modelId="{58C10A44-2043-4BE0-8F48-F640BEE6F578}" srcId="{38C2DBD2-DBC2-45B8-AD2A-8EFAC01AD88A}" destId="{AB6B91B5-53F7-429D-A14B-BFBDE6CCCC01}" srcOrd="1" destOrd="0" parTransId="{A42A5BCF-30E8-4D2D-B556-7F1D7A75AC86}" sibTransId="{CDA8406F-F43D-4473-B8EC-85F9FAAB272B}"/>
    <dgm:cxn modelId="{C4855D64-0858-4867-BA7D-AF83FE290F97}" type="presOf" srcId="{ED3A752B-CF89-4B28-8B7E-40EAD173892C}" destId="{62D4A9A2-6BF4-49B7-8758-5B631EFCCD01}" srcOrd="0" destOrd="1" presId="urn:microsoft.com/office/officeart/2005/8/layout/process5"/>
    <dgm:cxn modelId="{05987A6F-476A-42BA-BB2A-97833F1BF083}" srcId="{38C2DBD2-DBC2-45B8-AD2A-8EFAC01AD88A}" destId="{50E89F0A-E784-4BA7-BC73-6F3E955CF130}" srcOrd="2" destOrd="0" parTransId="{B6FEEF24-8805-4499-A019-AAF85150D446}" sibTransId="{9441460E-32F7-4620-9ECD-1454478B6EB6}"/>
    <dgm:cxn modelId="{3F4BEE70-7B44-41AD-AFEC-3AE4AD4069B3}" srcId="{DFABEF9E-10C7-4158-883A-2948E29E0EEC}" destId="{CA8FCC91-1E9A-4378-864B-B8CC090A7418}" srcOrd="2" destOrd="0" parTransId="{D621F5B8-880A-4C8B-A8B8-5F168ED2CDA9}" sibTransId="{B51C6068-32B6-441F-BE9B-A2157260BFF5}"/>
    <dgm:cxn modelId="{2F53347F-B528-405C-BEA4-0AD93C42D1BD}" type="presOf" srcId="{D2CEFD56-08FB-4F4D-A004-22C27399340A}" destId="{3255F314-DF53-4EFE-8F60-7A2EFE7BD21A}" srcOrd="0" destOrd="1" presId="urn:microsoft.com/office/officeart/2005/8/layout/process5"/>
    <dgm:cxn modelId="{D861D092-DE70-4625-A266-9735353376D7}" type="presOf" srcId="{500D8CA3-1230-4908-86C2-F070080E70D8}" destId="{DA15CC1D-A7EE-43FB-A30F-26DA4C613224}" srcOrd="0" destOrd="2" presId="urn:microsoft.com/office/officeart/2005/8/layout/process5"/>
    <dgm:cxn modelId="{C78BCE9C-C8B7-4253-8E0F-E8EC1A93476F}" type="presOf" srcId="{AA4AD28D-999A-46C1-86D5-389BF3D9FE7D}" destId="{96C9671B-76A3-4687-851F-2C2917B7AA57}" srcOrd="0" destOrd="0" presId="urn:microsoft.com/office/officeart/2005/8/layout/process5"/>
    <dgm:cxn modelId="{84DF899E-C0E6-4846-B19A-62EBB0E74B60}" type="presOf" srcId="{38C2DBD2-DBC2-45B8-AD2A-8EFAC01AD88A}" destId="{3255F314-DF53-4EFE-8F60-7A2EFE7BD21A}" srcOrd="0" destOrd="0" presId="urn:microsoft.com/office/officeart/2005/8/layout/process5"/>
    <dgm:cxn modelId="{D8675CAB-D2D4-4CEF-B943-6987C6F301EE}" srcId="{CA8FCC91-1E9A-4378-864B-B8CC090A7418}" destId="{500D8CA3-1230-4908-86C2-F070080E70D8}" srcOrd="1" destOrd="0" parTransId="{1B31FA63-E380-4167-8D55-4DA6C4C293CB}" sibTransId="{4AEE8A19-8403-465C-A394-1A388A330B39}"/>
    <dgm:cxn modelId="{FCA5BDAF-0F0E-4552-8F0E-63A97FDDAD28}" type="presOf" srcId="{141C565D-62A6-4F6C-B2DB-8047C2A56145}" destId="{0C0BAE7F-5269-454E-BCD6-E93997CBB786}" srcOrd="1" destOrd="0" presId="urn:microsoft.com/office/officeart/2005/8/layout/process5"/>
    <dgm:cxn modelId="{5AA3B2BD-D42C-4D09-9EE3-F5DF8A19D57C}" srcId="{DFABEF9E-10C7-4158-883A-2948E29E0EEC}" destId="{6B6ED0DA-1606-4D16-915D-C3360B5BDE35}" srcOrd="0" destOrd="0" parTransId="{4F848179-738E-4893-ABAB-2658489BCF2A}" sibTransId="{AA4AD28D-999A-46C1-86D5-389BF3D9FE7D}"/>
    <dgm:cxn modelId="{11FD64CA-6AF3-484F-B05A-D03CE811BCAC}" srcId="{6B6ED0DA-1606-4D16-915D-C3360B5BDE35}" destId="{E5AC6928-B33C-44B0-A177-409961E58E3E}" srcOrd="1" destOrd="0" parTransId="{B2F4D19E-8AE5-4ED1-8782-2026F535323E}" sibTransId="{DFF4C4C2-EBAD-4CFF-B8BC-763D909B07CA}"/>
    <dgm:cxn modelId="{A578C8D2-DA10-4CCA-889F-1CCBFF04C02D}" type="presOf" srcId="{DFABEF9E-10C7-4158-883A-2948E29E0EEC}" destId="{28549BCE-54DD-4322-965A-F14E49B1E90B}" srcOrd="0" destOrd="0" presId="urn:microsoft.com/office/officeart/2005/8/layout/process5"/>
    <dgm:cxn modelId="{BD475EDE-C611-434E-87E9-D7A889C0EAD7}" type="presOf" srcId="{94FA38B3-1954-4835-90BC-13E9582BCDAB}" destId="{62D4A9A2-6BF4-49B7-8758-5B631EFCCD01}" srcOrd="0" destOrd="3" presId="urn:microsoft.com/office/officeart/2005/8/layout/process5"/>
    <dgm:cxn modelId="{F429FDE6-5265-4838-A9B5-D24E153B4BB7}" type="presOf" srcId="{E5AC6928-B33C-44B0-A177-409961E58E3E}" destId="{62D4A9A2-6BF4-49B7-8758-5B631EFCCD01}" srcOrd="0" destOrd="2" presId="urn:microsoft.com/office/officeart/2005/8/layout/process5"/>
    <dgm:cxn modelId="{413BE1E9-F0D3-49F0-9D5C-D20B50C87292}" type="presOf" srcId="{AA4AD28D-999A-46C1-86D5-389BF3D9FE7D}" destId="{1AFAF9AC-69B0-4879-9C3C-EB85ED807385}" srcOrd="1" destOrd="0" presId="urn:microsoft.com/office/officeart/2005/8/layout/process5"/>
    <dgm:cxn modelId="{692617ED-1237-48EE-B330-A2D2CF0D5AC5}" srcId="{6B6ED0DA-1606-4D16-915D-C3360B5BDE35}" destId="{94FA38B3-1954-4835-90BC-13E9582BCDAB}" srcOrd="2" destOrd="0" parTransId="{B5E84E28-07EE-41AE-9252-29E6652E4023}" sibTransId="{54B28CD3-B6B6-4E23-B185-D06424B014B3}"/>
    <dgm:cxn modelId="{876845F3-974D-4269-9D52-55E8E2363FB3}" type="presOf" srcId="{CA8FCC91-1E9A-4378-864B-B8CC090A7418}" destId="{DA15CC1D-A7EE-43FB-A30F-26DA4C613224}" srcOrd="0" destOrd="0" presId="urn:microsoft.com/office/officeart/2005/8/layout/process5"/>
    <dgm:cxn modelId="{070517D3-A4E2-4335-AEE6-CBBD60E1EA4C}" type="presParOf" srcId="{28549BCE-54DD-4322-965A-F14E49B1E90B}" destId="{62D4A9A2-6BF4-49B7-8758-5B631EFCCD01}" srcOrd="0" destOrd="0" presId="urn:microsoft.com/office/officeart/2005/8/layout/process5"/>
    <dgm:cxn modelId="{F323D654-403F-40DF-8D94-B15978BBB572}" type="presParOf" srcId="{28549BCE-54DD-4322-965A-F14E49B1E90B}" destId="{96C9671B-76A3-4687-851F-2C2917B7AA57}" srcOrd="1" destOrd="0" presId="urn:microsoft.com/office/officeart/2005/8/layout/process5"/>
    <dgm:cxn modelId="{45DC948E-BBD5-4788-8295-08867099B08C}" type="presParOf" srcId="{96C9671B-76A3-4687-851F-2C2917B7AA57}" destId="{1AFAF9AC-69B0-4879-9C3C-EB85ED807385}" srcOrd="0" destOrd="0" presId="urn:microsoft.com/office/officeart/2005/8/layout/process5"/>
    <dgm:cxn modelId="{AE725B77-EB18-430A-B925-0B5DEFE816CC}" type="presParOf" srcId="{28549BCE-54DD-4322-965A-F14E49B1E90B}" destId="{3255F314-DF53-4EFE-8F60-7A2EFE7BD21A}" srcOrd="2" destOrd="0" presId="urn:microsoft.com/office/officeart/2005/8/layout/process5"/>
    <dgm:cxn modelId="{2EEDC8FE-F5F4-4CF7-BD30-7F31BE653F86}" type="presParOf" srcId="{28549BCE-54DD-4322-965A-F14E49B1E90B}" destId="{F7A4479D-57E1-4BBD-A3DD-7F06B9A2F38D}" srcOrd="3" destOrd="0" presId="urn:microsoft.com/office/officeart/2005/8/layout/process5"/>
    <dgm:cxn modelId="{647C1DE8-F1BD-4801-91C8-456E00442531}" type="presParOf" srcId="{F7A4479D-57E1-4BBD-A3DD-7F06B9A2F38D}" destId="{0C0BAE7F-5269-454E-BCD6-E93997CBB786}" srcOrd="0" destOrd="0" presId="urn:microsoft.com/office/officeart/2005/8/layout/process5"/>
    <dgm:cxn modelId="{96D1BD9F-E1F2-44CD-B77F-CF1D79B158D8}" type="presParOf" srcId="{28549BCE-54DD-4322-965A-F14E49B1E90B}" destId="{DA15CC1D-A7EE-43FB-A30F-26DA4C613224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36C0B4F-B511-453D-A108-7E419C1E694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DD4D522-E087-4EDD-B851-6071F9601E8F}">
      <dgm:prSet/>
      <dgm:spPr/>
      <dgm:t>
        <a:bodyPr/>
        <a:lstStyle/>
        <a:p>
          <a:r>
            <a:rPr lang="en-US"/>
            <a:t>- Adjust ad spend for higher ROI.</a:t>
          </a:r>
        </a:p>
      </dgm:t>
    </dgm:pt>
    <dgm:pt modelId="{8A1CEAF1-5E7B-423D-AD25-F7C2DA74A7CC}" type="parTrans" cxnId="{BF3DA696-63CB-4F71-A169-9C372EEFA224}">
      <dgm:prSet/>
      <dgm:spPr/>
      <dgm:t>
        <a:bodyPr/>
        <a:lstStyle/>
        <a:p>
          <a:endParaRPr lang="en-US"/>
        </a:p>
      </dgm:t>
    </dgm:pt>
    <dgm:pt modelId="{EF26A0A8-A012-48D7-9DAA-CFE34E4A7D68}" type="sibTrans" cxnId="{BF3DA696-63CB-4F71-A169-9C372EEFA224}">
      <dgm:prSet/>
      <dgm:spPr/>
      <dgm:t>
        <a:bodyPr/>
        <a:lstStyle/>
        <a:p>
          <a:endParaRPr lang="en-US"/>
        </a:p>
      </dgm:t>
    </dgm:pt>
    <dgm:pt modelId="{C2ABB4D7-33C5-4EA8-9A05-EC6F2125843A}">
      <dgm:prSet/>
      <dgm:spPr/>
      <dgm:t>
        <a:bodyPr/>
        <a:lstStyle/>
        <a:p>
          <a:r>
            <a:rPr lang="en-US"/>
            <a:t>- Refine target audience based on engagement data.</a:t>
          </a:r>
        </a:p>
      </dgm:t>
    </dgm:pt>
    <dgm:pt modelId="{204B2F51-1B2B-4D79-928B-5AD0FB9B00A6}" type="parTrans" cxnId="{AD26D864-A389-491A-B169-845055ED22B9}">
      <dgm:prSet/>
      <dgm:spPr/>
      <dgm:t>
        <a:bodyPr/>
        <a:lstStyle/>
        <a:p>
          <a:endParaRPr lang="en-US"/>
        </a:p>
      </dgm:t>
    </dgm:pt>
    <dgm:pt modelId="{8127D2AA-DD14-4CC1-8783-4C9F8A22E6A8}" type="sibTrans" cxnId="{AD26D864-A389-491A-B169-845055ED22B9}">
      <dgm:prSet/>
      <dgm:spPr/>
      <dgm:t>
        <a:bodyPr/>
        <a:lstStyle/>
        <a:p>
          <a:endParaRPr lang="en-US"/>
        </a:p>
      </dgm:t>
    </dgm:pt>
    <dgm:pt modelId="{D8737DF6-F1EF-45E4-A401-D1E04AF32D91}">
      <dgm:prSet/>
      <dgm:spPr/>
      <dgm:t>
        <a:bodyPr/>
        <a:lstStyle/>
        <a:p>
          <a:r>
            <a:rPr lang="en-US"/>
            <a:t>- Provide feedback to suppliers for improvement.</a:t>
          </a:r>
        </a:p>
      </dgm:t>
    </dgm:pt>
    <dgm:pt modelId="{9124B086-107E-4CE2-A30E-5C376DC99C19}" type="parTrans" cxnId="{C125F010-5C1E-4637-B0FF-7F376547EE36}">
      <dgm:prSet/>
      <dgm:spPr/>
      <dgm:t>
        <a:bodyPr/>
        <a:lstStyle/>
        <a:p>
          <a:endParaRPr lang="en-US"/>
        </a:p>
      </dgm:t>
    </dgm:pt>
    <dgm:pt modelId="{26B763FF-CD0A-4D52-80F4-B1BA1A9F3A5F}" type="sibTrans" cxnId="{C125F010-5C1E-4637-B0FF-7F376547EE36}">
      <dgm:prSet/>
      <dgm:spPr/>
      <dgm:t>
        <a:bodyPr/>
        <a:lstStyle/>
        <a:p>
          <a:endParaRPr lang="en-US"/>
        </a:p>
      </dgm:t>
    </dgm:pt>
    <dgm:pt modelId="{FF48971F-4F2A-4CAC-8100-ED096CC302A5}" type="pres">
      <dgm:prSet presAssocID="{436C0B4F-B511-453D-A108-7E419C1E6945}" presName="root" presStyleCnt="0">
        <dgm:presLayoutVars>
          <dgm:dir/>
          <dgm:resizeHandles val="exact"/>
        </dgm:presLayoutVars>
      </dgm:prSet>
      <dgm:spPr/>
    </dgm:pt>
    <dgm:pt modelId="{1D6C6737-7A18-4069-87DC-F8372CD892C1}" type="pres">
      <dgm:prSet presAssocID="{4DD4D522-E087-4EDD-B851-6071F9601E8F}" presName="compNode" presStyleCnt="0"/>
      <dgm:spPr/>
    </dgm:pt>
    <dgm:pt modelId="{04FDC6AD-F37B-41C8-99A0-EB9281CA6D1A}" type="pres">
      <dgm:prSet presAssocID="{4DD4D522-E087-4EDD-B851-6071F9601E8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92A057A-7C0C-4CB5-AC63-04DBD1A009F1}" type="pres">
      <dgm:prSet presAssocID="{4DD4D522-E087-4EDD-B851-6071F9601E8F}" presName="spaceRect" presStyleCnt="0"/>
      <dgm:spPr/>
    </dgm:pt>
    <dgm:pt modelId="{CDDCDC3A-3A6D-49F4-A8C0-4BCA93EC4A0A}" type="pres">
      <dgm:prSet presAssocID="{4DD4D522-E087-4EDD-B851-6071F9601E8F}" presName="textRect" presStyleLbl="revTx" presStyleIdx="0" presStyleCnt="3">
        <dgm:presLayoutVars>
          <dgm:chMax val="1"/>
          <dgm:chPref val="1"/>
        </dgm:presLayoutVars>
      </dgm:prSet>
      <dgm:spPr/>
    </dgm:pt>
    <dgm:pt modelId="{0B069B93-15A9-4CC4-B682-F16B48B7F0E2}" type="pres">
      <dgm:prSet presAssocID="{EF26A0A8-A012-48D7-9DAA-CFE34E4A7D68}" presName="sibTrans" presStyleCnt="0"/>
      <dgm:spPr/>
    </dgm:pt>
    <dgm:pt modelId="{27132882-DECE-4F2F-9D6D-FB83F0CAB625}" type="pres">
      <dgm:prSet presAssocID="{C2ABB4D7-33C5-4EA8-9A05-EC6F2125843A}" presName="compNode" presStyleCnt="0"/>
      <dgm:spPr/>
    </dgm:pt>
    <dgm:pt modelId="{1D381297-2308-4D0A-9AE9-6C0B3E2E2607}" type="pres">
      <dgm:prSet presAssocID="{C2ABB4D7-33C5-4EA8-9A05-EC6F2125843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3949478A-CEFB-4406-AD47-517481E88DED}" type="pres">
      <dgm:prSet presAssocID="{C2ABB4D7-33C5-4EA8-9A05-EC6F2125843A}" presName="spaceRect" presStyleCnt="0"/>
      <dgm:spPr/>
    </dgm:pt>
    <dgm:pt modelId="{9E9D4867-2350-4DD8-AFB6-3BD6E95438E6}" type="pres">
      <dgm:prSet presAssocID="{C2ABB4D7-33C5-4EA8-9A05-EC6F2125843A}" presName="textRect" presStyleLbl="revTx" presStyleIdx="1" presStyleCnt="3">
        <dgm:presLayoutVars>
          <dgm:chMax val="1"/>
          <dgm:chPref val="1"/>
        </dgm:presLayoutVars>
      </dgm:prSet>
      <dgm:spPr/>
    </dgm:pt>
    <dgm:pt modelId="{A40CB294-0451-4AD7-BF4E-667246B4554E}" type="pres">
      <dgm:prSet presAssocID="{8127D2AA-DD14-4CC1-8783-4C9F8A22E6A8}" presName="sibTrans" presStyleCnt="0"/>
      <dgm:spPr/>
    </dgm:pt>
    <dgm:pt modelId="{4AE59F3B-5062-4221-AD71-B9B320987492}" type="pres">
      <dgm:prSet presAssocID="{D8737DF6-F1EF-45E4-A401-D1E04AF32D91}" presName="compNode" presStyleCnt="0"/>
      <dgm:spPr/>
    </dgm:pt>
    <dgm:pt modelId="{41152454-81D2-4E8A-AA80-7073E4BA72EB}" type="pres">
      <dgm:prSet presAssocID="{D8737DF6-F1EF-45E4-A401-D1E04AF32D9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8438579E-1723-4174-ADB9-D593B5DAAA35}" type="pres">
      <dgm:prSet presAssocID="{D8737DF6-F1EF-45E4-A401-D1E04AF32D91}" presName="spaceRect" presStyleCnt="0"/>
      <dgm:spPr/>
    </dgm:pt>
    <dgm:pt modelId="{2F0EB439-227D-4F4C-877C-983AD78062F6}" type="pres">
      <dgm:prSet presAssocID="{D8737DF6-F1EF-45E4-A401-D1E04AF32D9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125F010-5C1E-4637-B0FF-7F376547EE36}" srcId="{436C0B4F-B511-453D-A108-7E419C1E6945}" destId="{D8737DF6-F1EF-45E4-A401-D1E04AF32D91}" srcOrd="2" destOrd="0" parTransId="{9124B086-107E-4CE2-A30E-5C376DC99C19}" sibTransId="{26B763FF-CD0A-4D52-80F4-B1BA1A9F3A5F}"/>
    <dgm:cxn modelId="{27190933-48CF-412E-B941-9160C51BCB3D}" type="presOf" srcId="{C2ABB4D7-33C5-4EA8-9A05-EC6F2125843A}" destId="{9E9D4867-2350-4DD8-AFB6-3BD6E95438E6}" srcOrd="0" destOrd="0" presId="urn:microsoft.com/office/officeart/2018/2/layout/IconLabelList"/>
    <dgm:cxn modelId="{7747C436-D87F-41D2-85ED-933C0FC2B812}" type="presOf" srcId="{4DD4D522-E087-4EDD-B851-6071F9601E8F}" destId="{CDDCDC3A-3A6D-49F4-A8C0-4BCA93EC4A0A}" srcOrd="0" destOrd="0" presId="urn:microsoft.com/office/officeart/2018/2/layout/IconLabelList"/>
    <dgm:cxn modelId="{AD26D864-A389-491A-B169-845055ED22B9}" srcId="{436C0B4F-B511-453D-A108-7E419C1E6945}" destId="{C2ABB4D7-33C5-4EA8-9A05-EC6F2125843A}" srcOrd="1" destOrd="0" parTransId="{204B2F51-1B2B-4D79-928B-5AD0FB9B00A6}" sibTransId="{8127D2AA-DD14-4CC1-8783-4C9F8A22E6A8}"/>
    <dgm:cxn modelId="{BF3DA696-63CB-4F71-A169-9C372EEFA224}" srcId="{436C0B4F-B511-453D-A108-7E419C1E6945}" destId="{4DD4D522-E087-4EDD-B851-6071F9601E8F}" srcOrd="0" destOrd="0" parTransId="{8A1CEAF1-5E7B-423D-AD25-F7C2DA74A7CC}" sibTransId="{EF26A0A8-A012-48D7-9DAA-CFE34E4A7D68}"/>
    <dgm:cxn modelId="{1E29D19B-AA26-423D-9939-ED747DCE0D36}" type="presOf" srcId="{436C0B4F-B511-453D-A108-7E419C1E6945}" destId="{FF48971F-4F2A-4CAC-8100-ED096CC302A5}" srcOrd="0" destOrd="0" presId="urn:microsoft.com/office/officeart/2018/2/layout/IconLabelList"/>
    <dgm:cxn modelId="{5788FEAA-C712-461B-8D7C-4D0725659739}" type="presOf" srcId="{D8737DF6-F1EF-45E4-A401-D1E04AF32D91}" destId="{2F0EB439-227D-4F4C-877C-983AD78062F6}" srcOrd="0" destOrd="0" presId="urn:microsoft.com/office/officeart/2018/2/layout/IconLabelList"/>
    <dgm:cxn modelId="{64614134-714F-402E-AAA9-D7126580EF39}" type="presParOf" srcId="{FF48971F-4F2A-4CAC-8100-ED096CC302A5}" destId="{1D6C6737-7A18-4069-87DC-F8372CD892C1}" srcOrd="0" destOrd="0" presId="urn:microsoft.com/office/officeart/2018/2/layout/IconLabelList"/>
    <dgm:cxn modelId="{EE45FA16-DC34-4820-B9FB-83F1DB5F6210}" type="presParOf" srcId="{1D6C6737-7A18-4069-87DC-F8372CD892C1}" destId="{04FDC6AD-F37B-41C8-99A0-EB9281CA6D1A}" srcOrd="0" destOrd="0" presId="urn:microsoft.com/office/officeart/2018/2/layout/IconLabelList"/>
    <dgm:cxn modelId="{8D285FCB-E1EA-430A-B218-52A9B4F5A3EC}" type="presParOf" srcId="{1D6C6737-7A18-4069-87DC-F8372CD892C1}" destId="{892A057A-7C0C-4CB5-AC63-04DBD1A009F1}" srcOrd="1" destOrd="0" presId="urn:microsoft.com/office/officeart/2018/2/layout/IconLabelList"/>
    <dgm:cxn modelId="{51FD5B9B-E150-4176-B781-4B5962C2D525}" type="presParOf" srcId="{1D6C6737-7A18-4069-87DC-F8372CD892C1}" destId="{CDDCDC3A-3A6D-49F4-A8C0-4BCA93EC4A0A}" srcOrd="2" destOrd="0" presId="urn:microsoft.com/office/officeart/2018/2/layout/IconLabelList"/>
    <dgm:cxn modelId="{96C684C8-CB5D-4978-8DC0-A2434BD81A92}" type="presParOf" srcId="{FF48971F-4F2A-4CAC-8100-ED096CC302A5}" destId="{0B069B93-15A9-4CC4-B682-F16B48B7F0E2}" srcOrd="1" destOrd="0" presId="urn:microsoft.com/office/officeart/2018/2/layout/IconLabelList"/>
    <dgm:cxn modelId="{F3DFF5DA-AE2F-4D4C-B0E8-842349A549B6}" type="presParOf" srcId="{FF48971F-4F2A-4CAC-8100-ED096CC302A5}" destId="{27132882-DECE-4F2F-9D6D-FB83F0CAB625}" srcOrd="2" destOrd="0" presId="urn:microsoft.com/office/officeart/2018/2/layout/IconLabelList"/>
    <dgm:cxn modelId="{032D0FD8-0286-43A6-8800-E74FA1F06FE4}" type="presParOf" srcId="{27132882-DECE-4F2F-9D6D-FB83F0CAB625}" destId="{1D381297-2308-4D0A-9AE9-6C0B3E2E2607}" srcOrd="0" destOrd="0" presId="urn:microsoft.com/office/officeart/2018/2/layout/IconLabelList"/>
    <dgm:cxn modelId="{ED2FDA49-6045-4D99-990E-914201B1C544}" type="presParOf" srcId="{27132882-DECE-4F2F-9D6D-FB83F0CAB625}" destId="{3949478A-CEFB-4406-AD47-517481E88DED}" srcOrd="1" destOrd="0" presId="urn:microsoft.com/office/officeart/2018/2/layout/IconLabelList"/>
    <dgm:cxn modelId="{813ADD51-D15F-48C1-A541-10EA629E1C14}" type="presParOf" srcId="{27132882-DECE-4F2F-9D6D-FB83F0CAB625}" destId="{9E9D4867-2350-4DD8-AFB6-3BD6E95438E6}" srcOrd="2" destOrd="0" presId="urn:microsoft.com/office/officeart/2018/2/layout/IconLabelList"/>
    <dgm:cxn modelId="{933C01BF-E948-4487-98C1-A01D2CCEB194}" type="presParOf" srcId="{FF48971F-4F2A-4CAC-8100-ED096CC302A5}" destId="{A40CB294-0451-4AD7-BF4E-667246B4554E}" srcOrd="3" destOrd="0" presId="urn:microsoft.com/office/officeart/2018/2/layout/IconLabelList"/>
    <dgm:cxn modelId="{714A17D0-2350-446B-81D0-916C28309CBE}" type="presParOf" srcId="{FF48971F-4F2A-4CAC-8100-ED096CC302A5}" destId="{4AE59F3B-5062-4221-AD71-B9B320987492}" srcOrd="4" destOrd="0" presId="urn:microsoft.com/office/officeart/2018/2/layout/IconLabelList"/>
    <dgm:cxn modelId="{80FCF806-3740-49FC-A815-EB61640FD408}" type="presParOf" srcId="{4AE59F3B-5062-4221-AD71-B9B320987492}" destId="{41152454-81D2-4E8A-AA80-7073E4BA72EB}" srcOrd="0" destOrd="0" presId="urn:microsoft.com/office/officeart/2018/2/layout/IconLabelList"/>
    <dgm:cxn modelId="{036530E7-DB5C-43E6-B98E-BA9F9E6557AE}" type="presParOf" srcId="{4AE59F3B-5062-4221-AD71-B9B320987492}" destId="{8438579E-1723-4174-ADB9-D593B5DAAA35}" srcOrd="1" destOrd="0" presId="urn:microsoft.com/office/officeart/2018/2/layout/IconLabelList"/>
    <dgm:cxn modelId="{6B72017D-4700-48CB-9AF7-8580B5FBF9DC}" type="presParOf" srcId="{4AE59F3B-5062-4221-AD71-B9B320987492}" destId="{2F0EB439-227D-4F4C-877C-983AD78062F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B3DB8-D76C-41A7-A9E5-4F79C158D1FE}">
      <dsp:nvSpPr>
        <dsp:cNvPr id="0" name=""/>
        <dsp:cNvSpPr/>
      </dsp:nvSpPr>
      <dsp:spPr>
        <a:xfrm>
          <a:off x="0" y="572"/>
          <a:ext cx="4429746" cy="13387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AE45CE-D951-4762-914D-D47CFED32056}">
      <dsp:nvSpPr>
        <dsp:cNvPr id="0" name=""/>
        <dsp:cNvSpPr/>
      </dsp:nvSpPr>
      <dsp:spPr>
        <a:xfrm>
          <a:off x="404961" y="301782"/>
          <a:ext cx="736292" cy="7362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5B0BAC-AAF8-4345-B627-E8DEE93245AB}">
      <dsp:nvSpPr>
        <dsp:cNvPr id="0" name=""/>
        <dsp:cNvSpPr/>
      </dsp:nvSpPr>
      <dsp:spPr>
        <a:xfrm>
          <a:off x="1546215" y="572"/>
          <a:ext cx="2883530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Brief overview of Big Bazaar and its market presence.</a:t>
          </a:r>
        </a:p>
      </dsp:txBody>
      <dsp:txXfrm>
        <a:off x="1546215" y="572"/>
        <a:ext cx="2883530" cy="1338714"/>
      </dsp:txXfrm>
    </dsp:sp>
    <dsp:sp modelId="{4335F4AF-AD72-4484-B415-BCF059276495}">
      <dsp:nvSpPr>
        <dsp:cNvPr id="0" name=""/>
        <dsp:cNvSpPr/>
      </dsp:nvSpPr>
      <dsp:spPr>
        <a:xfrm>
          <a:off x="0" y="1673965"/>
          <a:ext cx="4429746" cy="133871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F6696-669F-493C-961F-6810B3B5945C}">
      <dsp:nvSpPr>
        <dsp:cNvPr id="0" name=""/>
        <dsp:cNvSpPr/>
      </dsp:nvSpPr>
      <dsp:spPr>
        <a:xfrm>
          <a:off x="404961" y="1975176"/>
          <a:ext cx="736292" cy="7362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9A37D7-9420-4E79-9A1B-9EAAFC0A78FB}">
      <dsp:nvSpPr>
        <dsp:cNvPr id="0" name=""/>
        <dsp:cNvSpPr/>
      </dsp:nvSpPr>
      <dsp:spPr>
        <a:xfrm>
          <a:off x="1546215" y="1673965"/>
          <a:ext cx="2883530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Objective: Select top 10 suppliers for online/offline ads to boost sales and brand awareness.</a:t>
          </a:r>
        </a:p>
      </dsp:txBody>
      <dsp:txXfrm>
        <a:off x="1546215" y="1673965"/>
        <a:ext cx="2883530" cy="1338714"/>
      </dsp:txXfrm>
    </dsp:sp>
    <dsp:sp modelId="{7D1A8890-12CF-4034-8AE6-91C3FB034C7C}">
      <dsp:nvSpPr>
        <dsp:cNvPr id="0" name=""/>
        <dsp:cNvSpPr/>
      </dsp:nvSpPr>
      <dsp:spPr>
        <a:xfrm>
          <a:off x="0" y="3347358"/>
          <a:ext cx="4429746" cy="133871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194EB0-C38C-4E14-BE78-59DD1065CB0D}">
      <dsp:nvSpPr>
        <dsp:cNvPr id="0" name=""/>
        <dsp:cNvSpPr/>
      </dsp:nvSpPr>
      <dsp:spPr>
        <a:xfrm>
          <a:off x="404961" y="3648569"/>
          <a:ext cx="736292" cy="7362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5D8F9-4F0D-440A-BB0A-CD5E5024F53B}">
      <dsp:nvSpPr>
        <dsp:cNvPr id="0" name=""/>
        <dsp:cNvSpPr/>
      </dsp:nvSpPr>
      <dsp:spPr>
        <a:xfrm>
          <a:off x="1546215" y="3347358"/>
          <a:ext cx="2883530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Key question: How can data science optimize ad campaigns for suppliers and Big Bazaar?</a:t>
          </a:r>
        </a:p>
      </dsp:txBody>
      <dsp:txXfrm>
        <a:off x="1546215" y="3347358"/>
        <a:ext cx="2883530" cy="13387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2D06C-595C-4AA6-BF23-522C36D92217}">
      <dsp:nvSpPr>
        <dsp:cNvPr id="0" name=""/>
        <dsp:cNvSpPr/>
      </dsp:nvSpPr>
      <dsp:spPr>
        <a:xfrm>
          <a:off x="0" y="572"/>
          <a:ext cx="4429746" cy="13387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605524-C340-437B-B0B6-28650667B4EB}">
      <dsp:nvSpPr>
        <dsp:cNvPr id="0" name=""/>
        <dsp:cNvSpPr/>
      </dsp:nvSpPr>
      <dsp:spPr>
        <a:xfrm>
          <a:off x="404961" y="301782"/>
          <a:ext cx="736292" cy="7362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34D15-CBDF-41C1-A87A-31FA810B4913}">
      <dsp:nvSpPr>
        <dsp:cNvPr id="0" name=""/>
        <dsp:cNvSpPr/>
      </dsp:nvSpPr>
      <dsp:spPr>
        <a:xfrm>
          <a:off x="1546215" y="572"/>
          <a:ext cx="2883530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How to measure the impact of ads on supplier performance?</a:t>
          </a:r>
        </a:p>
      </dsp:txBody>
      <dsp:txXfrm>
        <a:off x="1546215" y="572"/>
        <a:ext cx="2883530" cy="1338714"/>
      </dsp:txXfrm>
    </dsp:sp>
    <dsp:sp modelId="{3B0C035E-63D2-407D-8B15-D3850E66A10E}">
      <dsp:nvSpPr>
        <dsp:cNvPr id="0" name=""/>
        <dsp:cNvSpPr/>
      </dsp:nvSpPr>
      <dsp:spPr>
        <a:xfrm>
          <a:off x="0" y="1673965"/>
          <a:ext cx="4429746" cy="13387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D5D947-BE8F-451E-B78A-A74123AB2F88}">
      <dsp:nvSpPr>
        <dsp:cNvPr id="0" name=""/>
        <dsp:cNvSpPr/>
      </dsp:nvSpPr>
      <dsp:spPr>
        <a:xfrm>
          <a:off x="404961" y="1975176"/>
          <a:ext cx="736292" cy="7362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89615-E8C6-4F83-9BFF-F24CB83E8B3F}">
      <dsp:nvSpPr>
        <dsp:cNvPr id="0" name=""/>
        <dsp:cNvSpPr/>
      </dsp:nvSpPr>
      <dsp:spPr>
        <a:xfrm>
          <a:off x="1546215" y="1673965"/>
          <a:ext cx="2883530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How to identify the best suppliers for ad campaigns?</a:t>
          </a:r>
        </a:p>
      </dsp:txBody>
      <dsp:txXfrm>
        <a:off x="1546215" y="1673965"/>
        <a:ext cx="2883530" cy="1338714"/>
      </dsp:txXfrm>
    </dsp:sp>
    <dsp:sp modelId="{3B5B1770-BA11-4285-BFC5-315C69623F8D}">
      <dsp:nvSpPr>
        <dsp:cNvPr id="0" name=""/>
        <dsp:cNvSpPr/>
      </dsp:nvSpPr>
      <dsp:spPr>
        <a:xfrm>
          <a:off x="0" y="3347358"/>
          <a:ext cx="4429746" cy="13387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6E0BC-9B17-48A2-BD3D-FE3A1B439652}">
      <dsp:nvSpPr>
        <dsp:cNvPr id="0" name=""/>
        <dsp:cNvSpPr/>
      </dsp:nvSpPr>
      <dsp:spPr>
        <a:xfrm>
          <a:off x="404961" y="3648569"/>
          <a:ext cx="736292" cy="7362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1D8E5-B97F-4B6C-808D-24F221588459}">
      <dsp:nvSpPr>
        <dsp:cNvPr id="0" name=""/>
        <dsp:cNvSpPr/>
      </dsp:nvSpPr>
      <dsp:spPr>
        <a:xfrm>
          <a:off x="1546215" y="3347358"/>
          <a:ext cx="2883530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How to ensure mutual benefits for suppliers and Big Bazaar?</a:t>
          </a:r>
        </a:p>
      </dsp:txBody>
      <dsp:txXfrm>
        <a:off x="1546215" y="3347358"/>
        <a:ext cx="2883530" cy="13387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D5CE45-3E58-4C48-8744-66435D5DAC5B}">
      <dsp:nvSpPr>
        <dsp:cNvPr id="0" name=""/>
        <dsp:cNvSpPr/>
      </dsp:nvSpPr>
      <dsp:spPr>
        <a:xfrm>
          <a:off x="0" y="0"/>
          <a:ext cx="6727983" cy="100942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2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H1: Ads improve supplier performance (sales, engagement).</a:t>
          </a:r>
        </a:p>
      </dsp:txBody>
      <dsp:txXfrm>
        <a:off x="29565" y="29565"/>
        <a:ext cx="5638738" cy="950292"/>
      </dsp:txXfrm>
    </dsp:sp>
    <dsp:sp modelId="{79981332-5A4D-4592-B6A4-4B9C8E3454FB}">
      <dsp:nvSpPr>
        <dsp:cNvPr id="0" name=""/>
        <dsp:cNvSpPr/>
      </dsp:nvSpPr>
      <dsp:spPr>
        <a:xfrm>
          <a:off x="593645" y="1177659"/>
          <a:ext cx="6727983" cy="100942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3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H2: Positive relationship between ad targeting and sales outcomes.</a:t>
          </a:r>
        </a:p>
      </dsp:txBody>
      <dsp:txXfrm>
        <a:off x="623210" y="1207224"/>
        <a:ext cx="5419083" cy="950292"/>
      </dsp:txXfrm>
    </dsp:sp>
    <dsp:sp modelId="{0DD03351-C453-403F-BF0E-B164CBCC3E4A}">
      <dsp:nvSpPr>
        <dsp:cNvPr id="0" name=""/>
        <dsp:cNvSpPr/>
      </dsp:nvSpPr>
      <dsp:spPr>
        <a:xfrm>
          <a:off x="1187291" y="2355318"/>
          <a:ext cx="6727983" cy="100942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4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H3: Certain factors (ad spend, product quality) drive sales.</a:t>
          </a:r>
        </a:p>
      </dsp:txBody>
      <dsp:txXfrm>
        <a:off x="1216856" y="2384883"/>
        <a:ext cx="5419083" cy="950292"/>
      </dsp:txXfrm>
    </dsp:sp>
    <dsp:sp modelId="{153F3945-5492-4293-9EB0-EE9E5B636BA6}">
      <dsp:nvSpPr>
        <dsp:cNvPr id="0" name=""/>
        <dsp:cNvSpPr/>
      </dsp:nvSpPr>
      <dsp:spPr>
        <a:xfrm>
          <a:off x="6071859" y="765478"/>
          <a:ext cx="656124" cy="65612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6219487" y="765478"/>
        <a:ext cx="360868" cy="493733"/>
      </dsp:txXfrm>
    </dsp:sp>
    <dsp:sp modelId="{A68221B8-28A7-404A-8CCB-FE210703F285}">
      <dsp:nvSpPr>
        <dsp:cNvPr id="0" name=""/>
        <dsp:cNvSpPr/>
      </dsp:nvSpPr>
      <dsp:spPr>
        <a:xfrm>
          <a:off x="6665504" y="1936408"/>
          <a:ext cx="656124" cy="65612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6813132" y="1936408"/>
        <a:ext cx="360868" cy="4937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3C5C8-3638-4588-B06F-07C710FD3BD7}">
      <dsp:nvSpPr>
        <dsp:cNvPr id="0" name=""/>
        <dsp:cNvSpPr/>
      </dsp:nvSpPr>
      <dsp:spPr>
        <a:xfrm>
          <a:off x="7048395" y="2020261"/>
          <a:ext cx="950688" cy="226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162"/>
              </a:lnTo>
              <a:lnTo>
                <a:pt x="950688" y="154162"/>
              </a:lnTo>
              <a:lnTo>
                <a:pt x="950688" y="2262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04AF9E-3B00-4DD2-A630-F722311DF76C}">
      <dsp:nvSpPr>
        <dsp:cNvPr id="0" name=""/>
        <dsp:cNvSpPr/>
      </dsp:nvSpPr>
      <dsp:spPr>
        <a:xfrm>
          <a:off x="7002675" y="2020261"/>
          <a:ext cx="91440" cy="2262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2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CC35E2-82F8-4ADA-A0FD-4921C48B676C}">
      <dsp:nvSpPr>
        <dsp:cNvPr id="0" name=""/>
        <dsp:cNvSpPr/>
      </dsp:nvSpPr>
      <dsp:spPr>
        <a:xfrm>
          <a:off x="6097706" y="2020261"/>
          <a:ext cx="950688" cy="226220"/>
        </a:xfrm>
        <a:custGeom>
          <a:avLst/>
          <a:gdLst/>
          <a:ahLst/>
          <a:cxnLst/>
          <a:rect l="0" t="0" r="0" b="0"/>
          <a:pathLst>
            <a:path>
              <a:moveTo>
                <a:pt x="950688" y="0"/>
              </a:moveTo>
              <a:lnTo>
                <a:pt x="950688" y="154162"/>
              </a:lnTo>
              <a:lnTo>
                <a:pt x="0" y="154162"/>
              </a:lnTo>
              <a:lnTo>
                <a:pt x="0" y="2262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1D26C8-DD49-4AE5-AEA9-1F0C8E2853D2}">
      <dsp:nvSpPr>
        <dsp:cNvPr id="0" name=""/>
        <dsp:cNvSpPr/>
      </dsp:nvSpPr>
      <dsp:spPr>
        <a:xfrm>
          <a:off x="4196329" y="2020261"/>
          <a:ext cx="950688" cy="226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162"/>
              </a:lnTo>
              <a:lnTo>
                <a:pt x="950688" y="154162"/>
              </a:lnTo>
              <a:lnTo>
                <a:pt x="950688" y="2262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6E2796-37CC-41ED-BD63-E60480DAAFCC}">
      <dsp:nvSpPr>
        <dsp:cNvPr id="0" name=""/>
        <dsp:cNvSpPr/>
      </dsp:nvSpPr>
      <dsp:spPr>
        <a:xfrm>
          <a:off x="4150609" y="2020261"/>
          <a:ext cx="91440" cy="2262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2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BADD21-9D75-44BD-B26D-2695090D67E0}">
      <dsp:nvSpPr>
        <dsp:cNvPr id="0" name=""/>
        <dsp:cNvSpPr/>
      </dsp:nvSpPr>
      <dsp:spPr>
        <a:xfrm>
          <a:off x="3245641" y="2020261"/>
          <a:ext cx="950688" cy="226220"/>
        </a:xfrm>
        <a:custGeom>
          <a:avLst/>
          <a:gdLst/>
          <a:ahLst/>
          <a:cxnLst/>
          <a:rect l="0" t="0" r="0" b="0"/>
          <a:pathLst>
            <a:path>
              <a:moveTo>
                <a:pt x="950688" y="0"/>
              </a:moveTo>
              <a:lnTo>
                <a:pt x="950688" y="154162"/>
              </a:lnTo>
              <a:lnTo>
                <a:pt x="0" y="154162"/>
              </a:lnTo>
              <a:lnTo>
                <a:pt x="0" y="2262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9AF2D7-CC7E-4666-8316-743A527F16F5}">
      <dsp:nvSpPr>
        <dsp:cNvPr id="0" name=""/>
        <dsp:cNvSpPr/>
      </dsp:nvSpPr>
      <dsp:spPr>
        <a:xfrm>
          <a:off x="1344264" y="2020261"/>
          <a:ext cx="950688" cy="226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162"/>
              </a:lnTo>
              <a:lnTo>
                <a:pt x="950688" y="154162"/>
              </a:lnTo>
              <a:lnTo>
                <a:pt x="950688" y="2262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7D1C4E-F6D0-4F09-9F91-006FEC83FC0B}">
      <dsp:nvSpPr>
        <dsp:cNvPr id="0" name=""/>
        <dsp:cNvSpPr/>
      </dsp:nvSpPr>
      <dsp:spPr>
        <a:xfrm>
          <a:off x="1298544" y="2020261"/>
          <a:ext cx="91440" cy="2262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2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168ADE-94E7-444B-B842-130A8B9C3386}">
      <dsp:nvSpPr>
        <dsp:cNvPr id="0" name=""/>
        <dsp:cNvSpPr/>
      </dsp:nvSpPr>
      <dsp:spPr>
        <a:xfrm>
          <a:off x="393575" y="2020261"/>
          <a:ext cx="950688" cy="226220"/>
        </a:xfrm>
        <a:custGeom>
          <a:avLst/>
          <a:gdLst/>
          <a:ahLst/>
          <a:cxnLst/>
          <a:rect l="0" t="0" r="0" b="0"/>
          <a:pathLst>
            <a:path>
              <a:moveTo>
                <a:pt x="950688" y="0"/>
              </a:moveTo>
              <a:lnTo>
                <a:pt x="950688" y="154162"/>
              </a:lnTo>
              <a:lnTo>
                <a:pt x="0" y="154162"/>
              </a:lnTo>
              <a:lnTo>
                <a:pt x="0" y="22622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86C97B-9C6A-418B-805D-D80048850061}">
      <dsp:nvSpPr>
        <dsp:cNvPr id="0" name=""/>
        <dsp:cNvSpPr/>
      </dsp:nvSpPr>
      <dsp:spPr>
        <a:xfrm>
          <a:off x="955346" y="1526335"/>
          <a:ext cx="777836" cy="49392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A122FB-4928-4425-A95F-822E234BCFE7}">
      <dsp:nvSpPr>
        <dsp:cNvPr id="0" name=""/>
        <dsp:cNvSpPr/>
      </dsp:nvSpPr>
      <dsp:spPr>
        <a:xfrm>
          <a:off x="1041772" y="1608440"/>
          <a:ext cx="777836" cy="4939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- Supplier Data:</a:t>
          </a:r>
          <a:endParaRPr lang="en-US" sz="700" kern="1200" dirty="0">
            <a:latin typeface="Century Gothic" panose="020B0502020202020204"/>
          </a:endParaRPr>
        </a:p>
      </dsp:txBody>
      <dsp:txXfrm>
        <a:off x="1056239" y="1622907"/>
        <a:ext cx="748902" cy="464991"/>
      </dsp:txXfrm>
    </dsp:sp>
    <dsp:sp modelId="{20063996-CE7D-4B24-874A-0990EE852F21}">
      <dsp:nvSpPr>
        <dsp:cNvPr id="0" name=""/>
        <dsp:cNvSpPr/>
      </dsp:nvSpPr>
      <dsp:spPr>
        <a:xfrm>
          <a:off x="4657" y="2246481"/>
          <a:ext cx="777836" cy="49392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3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73DA62-9055-4704-A00F-27C84C557940}">
      <dsp:nvSpPr>
        <dsp:cNvPr id="0" name=""/>
        <dsp:cNvSpPr/>
      </dsp:nvSpPr>
      <dsp:spPr>
        <a:xfrm>
          <a:off x="91083" y="2328586"/>
          <a:ext cx="777836" cy="4939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latin typeface="Century Gothic" panose="020B0502020202020204"/>
            </a:rPr>
            <a:t> </a:t>
          </a:r>
          <a:r>
            <a:rPr lang="en-US" sz="700" kern="1200" dirty="0"/>
            <a:t>Sales </a:t>
          </a:r>
          <a:r>
            <a:rPr lang="en-US" sz="700" kern="1200" dirty="0">
              <a:latin typeface="Century Gothic" panose="020B0502020202020204"/>
            </a:rPr>
            <a:t>figures</a:t>
          </a:r>
        </a:p>
      </dsp:txBody>
      <dsp:txXfrm>
        <a:off x="105550" y="2343053"/>
        <a:ext cx="748902" cy="464991"/>
      </dsp:txXfrm>
    </dsp:sp>
    <dsp:sp modelId="{6EFDF8B6-618A-4405-B86A-F3C015C5DA49}">
      <dsp:nvSpPr>
        <dsp:cNvPr id="0" name=""/>
        <dsp:cNvSpPr/>
      </dsp:nvSpPr>
      <dsp:spPr>
        <a:xfrm>
          <a:off x="955346" y="2246481"/>
          <a:ext cx="777836" cy="49392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3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884473-AAC1-4C81-B89E-7162C0077747}">
      <dsp:nvSpPr>
        <dsp:cNvPr id="0" name=""/>
        <dsp:cNvSpPr/>
      </dsp:nvSpPr>
      <dsp:spPr>
        <a:xfrm>
          <a:off x="1041772" y="2328586"/>
          <a:ext cx="777836" cy="4939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latin typeface="Century Gothic" panose="020B0502020202020204"/>
            </a:rPr>
            <a:t>product</a:t>
          </a:r>
          <a:r>
            <a:rPr lang="en-US" sz="700" kern="1200" dirty="0"/>
            <a:t> categories</a:t>
          </a:r>
          <a:endParaRPr lang="en-US" sz="700" kern="1200" dirty="0">
            <a:latin typeface="Century Gothic" panose="020B0502020202020204"/>
          </a:endParaRPr>
        </a:p>
      </dsp:txBody>
      <dsp:txXfrm>
        <a:off x="1056239" y="2343053"/>
        <a:ext cx="748902" cy="464991"/>
      </dsp:txXfrm>
    </dsp:sp>
    <dsp:sp modelId="{24BE6DC7-D473-4438-9073-2C3A13B136C6}">
      <dsp:nvSpPr>
        <dsp:cNvPr id="0" name=""/>
        <dsp:cNvSpPr/>
      </dsp:nvSpPr>
      <dsp:spPr>
        <a:xfrm>
          <a:off x="1906034" y="2246481"/>
          <a:ext cx="777836" cy="49392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3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9DBEE1-7111-45F9-9C69-2DD8A8AAB574}">
      <dsp:nvSpPr>
        <dsp:cNvPr id="0" name=""/>
        <dsp:cNvSpPr/>
      </dsp:nvSpPr>
      <dsp:spPr>
        <a:xfrm>
          <a:off x="1992461" y="2328586"/>
          <a:ext cx="777836" cy="4939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brand metrics.</a:t>
          </a:r>
        </a:p>
      </dsp:txBody>
      <dsp:txXfrm>
        <a:off x="2006928" y="2343053"/>
        <a:ext cx="748902" cy="464991"/>
      </dsp:txXfrm>
    </dsp:sp>
    <dsp:sp modelId="{F0A02306-40B5-4D71-B19F-70CD9D17A93E}">
      <dsp:nvSpPr>
        <dsp:cNvPr id="0" name=""/>
        <dsp:cNvSpPr/>
      </dsp:nvSpPr>
      <dsp:spPr>
        <a:xfrm>
          <a:off x="3807411" y="1526335"/>
          <a:ext cx="777836" cy="49392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9D9A4B-B5B8-4EDD-9221-B4059B59A61E}">
      <dsp:nvSpPr>
        <dsp:cNvPr id="0" name=""/>
        <dsp:cNvSpPr/>
      </dsp:nvSpPr>
      <dsp:spPr>
        <a:xfrm>
          <a:off x="3893838" y="1608440"/>
          <a:ext cx="777836" cy="4939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- Ad Data:</a:t>
          </a:r>
          <a:endParaRPr lang="en-US" sz="700" kern="1200" dirty="0">
            <a:latin typeface="Century Gothic" panose="020B0502020202020204"/>
          </a:endParaRPr>
        </a:p>
      </dsp:txBody>
      <dsp:txXfrm>
        <a:off x="3908305" y="1622907"/>
        <a:ext cx="748902" cy="464991"/>
      </dsp:txXfrm>
    </dsp:sp>
    <dsp:sp modelId="{52E153FF-697A-4F3A-8050-2216C9C8E851}">
      <dsp:nvSpPr>
        <dsp:cNvPr id="0" name=""/>
        <dsp:cNvSpPr/>
      </dsp:nvSpPr>
      <dsp:spPr>
        <a:xfrm>
          <a:off x="2856723" y="2246481"/>
          <a:ext cx="777836" cy="49392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3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BF2B89-08B4-47EC-97E5-F0627BBB7C8C}">
      <dsp:nvSpPr>
        <dsp:cNvPr id="0" name=""/>
        <dsp:cNvSpPr/>
      </dsp:nvSpPr>
      <dsp:spPr>
        <a:xfrm>
          <a:off x="2943149" y="2328586"/>
          <a:ext cx="777836" cy="4939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latin typeface="Century Gothic" panose="020B0502020202020204"/>
            </a:rPr>
            <a:t> </a:t>
          </a:r>
          <a:r>
            <a:rPr lang="en-US" sz="700" kern="1200" dirty="0"/>
            <a:t>Ad types</a:t>
          </a:r>
          <a:endParaRPr lang="en-US" sz="700" kern="1200" dirty="0">
            <a:latin typeface="Century Gothic" panose="020B0502020202020204"/>
          </a:endParaRPr>
        </a:p>
      </dsp:txBody>
      <dsp:txXfrm>
        <a:off x="2957616" y="2343053"/>
        <a:ext cx="748902" cy="464991"/>
      </dsp:txXfrm>
    </dsp:sp>
    <dsp:sp modelId="{41F9925F-3B41-467D-AACC-A046B2CA4A3F}">
      <dsp:nvSpPr>
        <dsp:cNvPr id="0" name=""/>
        <dsp:cNvSpPr/>
      </dsp:nvSpPr>
      <dsp:spPr>
        <a:xfrm>
          <a:off x="3807411" y="2246481"/>
          <a:ext cx="777836" cy="49392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3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45F51F-D66C-4D30-B13D-F0003BAFEB25}">
      <dsp:nvSpPr>
        <dsp:cNvPr id="0" name=""/>
        <dsp:cNvSpPr/>
      </dsp:nvSpPr>
      <dsp:spPr>
        <a:xfrm>
          <a:off x="3893838" y="2328586"/>
          <a:ext cx="777836" cy="4939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latin typeface="Century Gothic" panose="020B0502020202020204"/>
            </a:rPr>
            <a:t> </a:t>
          </a:r>
          <a:r>
            <a:rPr lang="en-US" sz="700" kern="1200" dirty="0"/>
            <a:t>target audience</a:t>
          </a:r>
          <a:endParaRPr lang="en-US" sz="700" kern="1200" dirty="0">
            <a:latin typeface="Century Gothic" panose="020B0502020202020204"/>
          </a:endParaRPr>
        </a:p>
      </dsp:txBody>
      <dsp:txXfrm>
        <a:off x="3908305" y="2343053"/>
        <a:ext cx="748902" cy="464991"/>
      </dsp:txXfrm>
    </dsp:sp>
    <dsp:sp modelId="{2BC5DDCB-48CB-43E5-85A7-AAF7FA231416}">
      <dsp:nvSpPr>
        <dsp:cNvPr id="0" name=""/>
        <dsp:cNvSpPr/>
      </dsp:nvSpPr>
      <dsp:spPr>
        <a:xfrm>
          <a:off x="4758100" y="2246481"/>
          <a:ext cx="777836" cy="49392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3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5E1DC3-AA8B-466A-8FE3-91759383A207}">
      <dsp:nvSpPr>
        <dsp:cNvPr id="0" name=""/>
        <dsp:cNvSpPr/>
      </dsp:nvSpPr>
      <dsp:spPr>
        <a:xfrm>
          <a:off x="4844526" y="2328586"/>
          <a:ext cx="777836" cy="4939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latin typeface="Century Gothic" panose="020B0502020202020204"/>
            </a:rPr>
            <a:t> </a:t>
          </a:r>
          <a:r>
            <a:rPr lang="en-US" sz="700" kern="1200" dirty="0"/>
            <a:t>ad spend.</a:t>
          </a:r>
        </a:p>
      </dsp:txBody>
      <dsp:txXfrm>
        <a:off x="4858993" y="2343053"/>
        <a:ext cx="748902" cy="464991"/>
      </dsp:txXfrm>
    </dsp:sp>
    <dsp:sp modelId="{F6132A63-D047-4B10-A762-42F14CCF3897}">
      <dsp:nvSpPr>
        <dsp:cNvPr id="0" name=""/>
        <dsp:cNvSpPr/>
      </dsp:nvSpPr>
      <dsp:spPr>
        <a:xfrm>
          <a:off x="6659477" y="1526335"/>
          <a:ext cx="777836" cy="49392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D63F69-C164-4462-807B-252175AD9C18}">
      <dsp:nvSpPr>
        <dsp:cNvPr id="0" name=""/>
        <dsp:cNvSpPr/>
      </dsp:nvSpPr>
      <dsp:spPr>
        <a:xfrm>
          <a:off x="6745903" y="1608440"/>
          <a:ext cx="777836" cy="4939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- Customer Data: </a:t>
          </a:r>
          <a:endParaRPr lang="en-US" sz="700" kern="1200" dirty="0">
            <a:latin typeface="Century Gothic" panose="020B0502020202020204"/>
          </a:endParaRPr>
        </a:p>
      </dsp:txBody>
      <dsp:txXfrm>
        <a:off x="6760370" y="1622907"/>
        <a:ext cx="748902" cy="464991"/>
      </dsp:txXfrm>
    </dsp:sp>
    <dsp:sp modelId="{208149B8-7960-410D-88E9-A155498BA75C}">
      <dsp:nvSpPr>
        <dsp:cNvPr id="0" name=""/>
        <dsp:cNvSpPr/>
      </dsp:nvSpPr>
      <dsp:spPr>
        <a:xfrm>
          <a:off x="5708788" y="2246481"/>
          <a:ext cx="777836" cy="49392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3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36036C-22DC-4770-9858-2BD328148F24}">
      <dsp:nvSpPr>
        <dsp:cNvPr id="0" name=""/>
        <dsp:cNvSpPr/>
      </dsp:nvSpPr>
      <dsp:spPr>
        <a:xfrm>
          <a:off x="5795215" y="2328586"/>
          <a:ext cx="777836" cy="4939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Purchase behavior</a:t>
          </a:r>
          <a:endParaRPr lang="en-US" sz="700" kern="1200" dirty="0">
            <a:latin typeface="Century Gothic" panose="020B0502020202020204"/>
          </a:endParaRPr>
        </a:p>
      </dsp:txBody>
      <dsp:txXfrm>
        <a:off x="5809682" y="2343053"/>
        <a:ext cx="748902" cy="464991"/>
      </dsp:txXfrm>
    </dsp:sp>
    <dsp:sp modelId="{C249853A-A49B-43E7-B80D-90033D9AF2A8}">
      <dsp:nvSpPr>
        <dsp:cNvPr id="0" name=""/>
        <dsp:cNvSpPr/>
      </dsp:nvSpPr>
      <dsp:spPr>
        <a:xfrm>
          <a:off x="6659477" y="2246481"/>
          <a:ext cx="777836" cy="49392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3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EF90C8-FEF9-4577-AD0B-C2CEB6DFAE1C}">
      <dsp:nvSpPr>
        <dsp:cNvPr id="0" name=""/>
        <dsp:cNvSpPr/>
      </dsp:nvSpPr>
      <dsp:spPr>
        <a:xfrm>
          <a:off x="6745903" y="2328586"/>
          <a:ext cx="777836" cy="4939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latin typeface="Century Gothic" panose="020B0502020202020204"/>
            </a:rPr>
            <a:t> Demographics</a:t>
          </a:r>
        </a:p>
      </dsp:txBody>
      <dsp:txXfrm>
        <a:off x="6760370" y="2343053"/>
        <a:ext cx="748902" cy="464991"/>
      </dsp:txXfrm>
    </dsp:sp>
    <dsp:sp modelId="{CB34CCDF-7FF9-476C-A57A-862C47A5B355}">
      <dsp:nvSpPr>
        <dsp:cNvPr id="0" name=""/>
        <dsp:cNvSpPr/>
      </dsp:nvSpPr>
      <dsp:spPr>
        <a:xfrm>
          <a:off x="7610165" y="2246481"/>
          <a:ext cx="777836" cy="49392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3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8F45CC-2E63-4C83-8A66-F84D498C8CC6}">
      <dsp:nvSpPr>
        <dsp:cNvPr id="0" name=""/>
        <dsp:cNvSpPr/>
      </dsp:nvSpPr>
      <dsp:spPr>
        <a:xfrm>
          <a:off x="7696592" y="2328586"/>
          <a:ext cx="777836" cy="4939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latin typeface="Century Gothic" panose="020B0502020202020204"/>
            </a:rPr>
            <a:t> </a:t>
          </a:r>
          <a:r>
            <a:rPr lang="en-US" sz="700" kern="1200" dirty="0"/>
            <a:t>satisfaction.</a:t>
          </a:r>
        </a:p>
      </dsp:txBody>
      <dsp:txXfrm>
        <a:off x="7711059" y="2343053"/>
        <a:ext cx="748902" cy="4649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66D9A-AE89-4457-887A-5D1A5A33F19F}">
      <dsp:nvSpPr>
        <dsp:cNvPr id="0" name=""/>
        <dsp:cNvSpPr/>
      </dsp:nvSpPr>
      <dsp:spPr>
        <a:xfrm>
          <a:off x="618" y="179705"/>
          <a:ext cx="2504442" cy="3005330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2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383" tIns="0" rIns="24738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Define campaign goals: Brand awareness, sales growth, market expansion.</a:t>
          </a:r>
        </a:p>
      </dsp:txBody>
      <dsp:txXfrm>
        <a:off x="618" y="1381837"/>
        <a:ext cx="2504442" cy="1803198"/>
      </dsp:txXfrm>
    </dsp:sp>
    <dsp:sp modelId="{9B2289DC-F97A-4CFD-97E0-A5BDD3BF88E6}">
      <dsp:nvSpPr>
        <dsp:cNvPr id="0" name=""/>
        <dsp:cNvSpPr/>
      </dsp:nvSpPr>
      <dsp:spPr>
        <a:xfrm>
          <a:off x="618" y="179705"/>
          <a:ext cx="2504442" cy="1202132"/>
        </a:xfrm>
        <a:prstGeom prst="rect">
          <a:avLst/>
        </a:prstGeom>
        <a:noFill/>
        <a:ln w="9525" cap="rnd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383" tIns="165100" rIns="247383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01</a:t>
          </a:r>
        </a:p>
      </dsp:txBody>
      <dsp:txXfrm>
        <a:off x="618" y="179705"/>
        <a:ext cx="2504442" cy="1202132"/>
      </dsp:txXfrm>
    </dsp:sp>
    <dsp:sp modelId="{3812C1AA-E67A-4D91-BD51-075290CDE746}">
      <dsp:nvSpPr>
        <dsp:cNvPr id="0" name=""/>
        <dsp:cNvSpPr/>
      </dsp:nvSpPr>
      <dsp:spPr>
        <a:xfrm>
          <a:off x="2705416" y="179705"/>
          <a:ext cx="2504442" cy="3005330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-1939188"/>
                <a:satOff val="-4386"/>
                <a:lumOff val="-2843"/>
                <a:alphaOff val="0"/>
                <a:tint val="98000"/>
                <a:lumMod val="102000"/>
              </a:schemeClr>
              <a:schemeClr val="accent2">
                <a:hueOff val="-1939188"/>
                <a:satOff val="-4386"/>
                <a:lumOff val="-2843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2">
              <a:hueOff val="-1939188"/>
              <a:satOff val="-4386"/>
              <a:lumOff val="-284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383" tIns="0" rIns="24738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Segment suppliers by product category.</a:t>
          </a:r>
        </a:p>
      </dsp:txBody>
      <dsp:txXfrm>
        <a:off x="2705416" y="1381837"/>
        <a:ext cx="2504442" cy="1803198"/>
      </dsp:txXfrm>
    </dsp:sp>
    <dsp:sp modelId="{21C18756-9CB1-440F-9DC3-49FFA912002B}">
      <dsp:nvSpPr>
        <dsp:cNvPr id="0" name=""/>
        <dsp:cNvSpPr/>
      </dsp:nvSpPr>
      <dsp:spPr>
        <a:xfrm>
          <a:off x="2705416" y="179705"/>
          <a:ext cx="2504442" cy="1202132"/>
        </a:xfrm>
        <a:prstGeom prst="rect">
          <a:avLst/>
        </a:prstGeom>
        <a:noFill/>
        <a:ln w="9525" cap="rnd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383" tIns="165100" rIns="247383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02</a:t>
          </a:r>
        </a:p>
      </dsp:txBody>
      <dsp:txXfrm>
        <a:off x="2705416" y="179705"/>
        <a:ext cx="2504442" cy="1202132"/>
      </dsp:txXfrm>
    </dsp:sp>
    <dsp:sp modelId="{0A06295E-E7B4-403F-8A60-FE0AB36C63BA}">
      <dsp:nvSpPr>
        <dsp:cNvPr id="0" name=""/>
        <dsp:cNvSpPr/>
      </dsp:nvSpPr>
      <dsp:spPr>
        <a:xfrm>
          <a:off x="5410214" y="179705"/>
          <a:ext cx="2504442" cy="3005330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-3878375"/>
                <a:satOff val="-8771"/>
                <a:lumOff val="-5686"/>
                <a:alphaOff val="0"/>
                <a:tint val="98000"/>
                <a:lumMod val="102000"/>
              </a:schemeClr>
              <a:schemeClr val="accent2">
                <a:hueOff val="-3878375"/>
                <a:satOff val="-8771"/>
                <a:lumOff val="-5686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2">
              <a:hueOff val="-3878375"/>
              <a:satOff val="-8771"/>
              <a:lumOff val="-56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383" tIns="0" rIns="24738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Choose ad channels: TV, digital, social media.</a:t>
          </a:r>
        </a:p>
      </dsp:txBody>
      <dsp:txXfrm>
        <a:off x="5410214" y="1381837"/>
        <a:ext cx="2504442" cy="1803198"/>
      </dsp:txXfrm>
    </dsp:sp>
    <dsp:sp modelId="{6E20E995-EEA1-4616-AA7D-1B585944E8E0}">
      <dsp:nvSpPr>
        <dsp:cNvPr id="0" name=""/>
        <dsp:cNvSpPr/>
      </dsp:nvSpPr>
      <dsp:spPr>
        <a:xfrm>
          <a:off x="5410214" y="179705"/>
          <a:ext cx="2504442" cy="1202132"/>
        </a:xfrm>
        <a:prstGeom prst="rect">
          <a:avLst/>
        </a:prstGeom>
        <a:noFill/>
        <a:ln w="9525" cap="rnd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383" tIns="165100" rIns="247383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03</a:t>
          </a:r>
        </a:p>
      </dsp:txBody>
      <dsp:txXfrm>
        <a:off x="5410214" y="179705"/>
        <a:ext cx="2504442" cy="12021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7FE18-E0F6-4F38-94CE-00533D7E98B4}">
      <dsp:nvSpPr>
        <dsp:cNvPr id="0" name=""/>
        <dsp:cNvSpPr/>
      </dsp:nvSpPr>
      <dsp:spPr>
        <a:xfrm>
          <a:off x="4081" y="672948"/>
          <a:ext cx="2563774" cy="769132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2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2595" tIns="202595" rIns="202595" bIns="20259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Launch online ads</a:t>
          </a:r>
          <a:endParaRPr lang="en-US" sz="2300" kern="1200" dirty="0"/>
        </a:p>
      </dsp:txBody>
      <dsp:txXfrm>
        <a:off x="4081" y="672948"/>
        <a:ext cx="2563774" cy="769132"/>
      </dsp:txXfrm>
    </dsp:sp>
    <dsp:sp modelId="{7BD678DA-2DD8-4973-8727-FB32BEF0EB74}">
      <dsp:nvSpPr>
        <dsp:cNvPr id="0" name=""/>
        <dsp:cNvSpPr/>
      </dsp:nvSpPr>
      <dsp:spPr>
        <a:xfrm>
          <a:off x="4081" y="1442080"/>
          <a:ext cx="2563774" cy="124971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244" tIns="253244" rIns="253244" bIns="253244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Social media, search engines, website.</a:t>
          </a:r>
        </a:p>
      </dsp:txBody>
      <dsp:txXfrm>
        <a:off x="4081" y="1442080"/>
        <a:ext cx="2563774" cy="1249712"/>
      </dsp:txXfrm>
    </dsp:sp>
    <dsp:sp modelId="{AA873020-9A17-470E-8BB9-F629830DF4A4}">
      <dsp:nvSpPr>
        <dsp:cNvPr id="0" name=""/>
        <dsp:cNvSpPr/>
      </dsp:nvSpPr>
      <dsp:spPr>
        <a:xfrm>
          <a:off x="2675750" y="672948"/>
          <a:ext cx="2563774" cy="769132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-1939188"/>
                <a:satOff val="-4386"/>
                <a:lumOff val="-2843"/>
                <a:alphaOff val="0"/>
                <a:tint val="98000"/>
                <a:lumMod val="102000"/>
              </a:schemeClr>
              <a:schemeClr val="accent2">
                <a:hueOff val="-1939188"/>
                <a:satOff val="-4386"/>
                <a:lumOff val="-2843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2">
              <a:hueOff val="-1939188"/>
              <a:satOff val="-4386"/>
              <a:lumOff val="-284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2595" tIns="202595" rIns="202595" bIns="20259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000000"/>
              </a:solidFill>
              <a:latin typeface="Calibri"/>
              <a:ea typeface="Calibri"/>
              <a:cs typeface="Calibri"/>
            </a:rPr>
            <a:t>Launch offline ads</a:t>
          </a:r>
          <a:endParaRPr lang="en-US" sz="2300" kern="1200"/>
        </a:p>
      </dsp:txBody>
      <dsp:txXfrm>
        <a:off x="2675750" y="672948"/>
        <a:ext cx="2563774" cy="769132"/>
      </dsp:txXfrm>
    </dsp:sp>
    <dsp:sp modelId="{04EE968E-F459-410A-B2A4-5B64BDA302DB}">
      <dsp:nvSpPr>
        <dsp:cNvPr id="0" name=""/>
        <dsp:cNvSpPr/>
      </dsp:nvSpPr>
      <dsp:spPr>
        <a:xfrm>
          <a:off x="2675750" y="1442080"/>
          <a:ext cx="2563774" cy="1249712"/>
        </a:xfrm>
        <a:prstGeom prst="rect">
          <a:avLst/>
        </a:prstGeom>
        <a:solidFill>
          <a:schemeClr val="accent2">
            <a:tint val="40000"/>
            <a:alpha val="90000"/>
            <a:hueOff val="-1618612"/>
            <a:satOff val="-5766"/>
            <a:lumOff val="-69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1618612"/>
              <a:satOff val="-5766"/>
              <a:lumOff val="-69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244" tIns="253244" rIns="253244" bIns="253244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TV, print, in-store promotions.</a:t>
          </a:r>
        </a:p>
      </dsp:txBody>
      <dsp:txXfrm>
        <a:off x="2675750" y="1442080"/>
        <a:ext cx="2563774" cy="1249712"/>
      </dsp:txXfrm>
    </dsp:sp>
    <dsp:sp modelId="{8317ED7E-14E9-4025-B49C-9C4861E63D81}">
      <dsp:nvSpPr>
        <dsp:cNvPr id="0" name=""/>
        <dsp:cNvSpPr/>
      </dsp:nvSpPr>
      <dsp:spPr>
        <a:xfrm>
          <a:off x="5347419" y="672948"/>
          <a:ext cx="2563774" cy="769132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-3878375"/>
                <a:satOff val="-8771"/>
                <a:lumOff val="-5686"/>
                <a:alphaOff val="0"/>
                <a:tint val="98000"/>
                <a:lumMod val="102000"/>
              </a:schemeClr>
              <a:schemeClr val="accent2">
                <a:hueOff val="-3878375"/>
                <a:satOff val="-8771"/>
                <a:lumOff val="-5686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2">
              <a:hueOff val="-3878375"/>
              <a:satOff val="-8771"/>
              <a:lumOff val="-56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2595" tIns="202595" rIns="202595" bIns="20259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Engage customers</a:t>
          </a:r>
          <a:endParaRPr lang="en-US" sz="2300" kern="1200" dirty="0"/>
        </a:p>
      </dsp:txBody>
      <dsp:txXfrm>
        <a:off x="5347419" y="672948"/>
        <a:ext cx="2563774" cy="769132"/>
      </dsp:txXfrm>
    </dsp:sp>
    <dsp:sp modelId="{C5A4F949-B0FB-4830-98A2-E499E46BA1E6}">
      <dsp:nvSpPr>
        <dsp:cNvPr id="0" name=""/>
        <dsp:cNvSpPr/>
      </dsp:nvSpPr>
      <dsp:spPr>
        <a:xfrm>
          <a:off x="5347419" y="1442080"/>
          <a:ext cx="2563774" cy="1249712"/>
        </a:xfrm>
        <a:prstGeom prst="rect">
          <a:avLst/>
        </a:prstGeom>
        <a:solidFill>
          <a:schemeClr val="accent2">
            <a:tint val="40000"/>
            <a:alpha val="90000"/>
            <a:hueOff val="-3237223"/>
            <a:satOff val="-11531"/>
            <a:lumOff val="-139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3237223"/>
              <a:satOff val="-11531"/>
              <a:lumOff val="-13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244" tIns="253244" rIns="253244" bIns="253244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Interactive ads, discounts, promotions.</a:t>
          </a:r>
        </a:p>
      </dsp:txBody>
      <dsp:txXfrm>
        <a:off x="5347419" y="1442080"/>
        <a:ext cx="2563774" cy="12497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4A9A2-6BF4-49B7-8758-5B631EFCCD01}">
      <dsp:nvSpPr>
        <dsp:cNvPr id="0" name=""/>
        <dsp:cNvSpPr/>
      </dsp:nvSpPr>
      <dsp:spPr>
        <a:xfrm>
          <a:off x="1434643" y="374"/>
          <a:ext cx="2102494" cy="126149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Supplier Metrics</a:t>
          </a:r>
          <a:endParaRPr lang="en-US" sz="1600" kern="1200" dirty="0">
            <a:latin typeface="Century Gothic" panose="020B0502020202020204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entury Gothic" panose="020B0502020202020204"/>
            </a:rPr>
            <a:t> </a:t>
          </a:r>
          <a:r>
            <a:rPr lang="en-US" sz="1200" kern="1200" dirty="0"/>
            <a:t>Sales </a:t>
          </a:r>
          <a:r>
            <a:rPr lang="en-US" sz="1200" kern="1200" dirty="0">
              <a:latin typeface="Century Gothic" panose="020B0502020202020204"/>
            </a:rPr>
            <a:t>growth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entury Gothic" panose="020B0502020202020204"/>
            </a:rPr>
            <a:t>brand</a:t>
          </a:r>
          <a:r>
            <a:rPr lang="en-US" sz="1200" kern="1200" dirty="0"/>
            <a:t> awareness</a:t>
          </a:r>
          <a:endParaRPr lang="en-US" sz="1200" kern="1200" dirty="0">
            <a:latin typeface="Century Gothic" panose="020B0502020202020204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entury Gothic" panose="020B0502020202020204"/>
            </a:rPr>
            <a:t> </a:t>
          </a:r>
          <a:r>
            <a:rPr lang="en-US" sz="1200" kern="1200" dirty="0"/>
            <a:t>ROI</a:t>
          </a:r>
        </a:p>
      </dsp:txBody>
      <dsp:txXfrm>
        <a:off x="1471591" y="37322"/>
        <a:ext cx="2028598" cy="1187600"/>
      </dsp:txXfrm>
    </dsp:sp>
    <dsp:sp modelId="{96C9671B-76A3-4687-851F-2C2917B7AA57}">
      <dsp:nvSpPr>
        <dsp:cNvPr id="0" name=""/>
        <dsp:cNvSpPr/>
      </dsp:nvSpPr>
      <dsp:spPr>
        <a:xfrm>
          <a:off x="3722158" y="370413"/>
          <a:ext cx="445728" cy="521418"/>
        </a:xfrm>
        <a:prstGeom prst="rightArrow">
          <a:avLst>
            <a:gd name="adj1" fmla="val 60000"/>
            <a:gd name="adj2" fmla="val 5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722158" y="474697"/>
        <a:ext cx="312010" cy="312850"/>
      </dsp:txXfrm>
    </dsp:sp>
    <dsp:sp modelId="{3255F314-DF53-4EFE-8F60-7A2EFE7BD21A}">
      <dsp:nvSpPr>
        <dsp:cNvPr id="0" name=""/>
        <dsp:cNvSpPr/>
      </dsp:nvSpPr>
      <dsp:spPr>
        <a:xfrm>
          <a:off x="4378136" y="374"/>
          <a:ext cx="2102494" cy="126149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Big Bazaar Metrics</a:t>
          </a:r>
          <a:endParaRPr lang="en-US" sz="1600" kern="1200" dirty="0">
            <a:latin typeface="Century Gothic" panose="020B0502020202020204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Website traffic</a:t>
          </a:r>
          <a:endParaRPr lang="en-US" sz="1200" kern="1200" dirty="0">
            <a:latin typeface="Century Gothic" panose="020B0502020202020204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sales growth</a:t>
          </a:r>
          <a:endParaRPr lang="en-US" sz="1200" kern="1200" dirty="0">
            <a:latin typeface="Century Gothic" panose="020B0502020202020204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customer satisfaction</a:t>
          </a:r>
        </a:p>
      </dsp:txBody>
      <dsp:txXfrm>
        <a:off x="4415084" y="37322"/>
        <a:ext cx="2028598" cy="1187600"/>
      </dsp:txXfrm>
    </dsp:sp>
    <dsp:sp modelId="{F7A4479D-57E1-4BBD-A3DD-7F06B9A2F38D}">
      <dsp:nvSpPr>
        <dsp:cNvPr id="0" name=""/>
        <dsp:cNvSpPr/>
      </dsp:nvSpPr>
      <dsp:spPr>
        <a:xfrm rot="5400000">
          <a:off x="5206519" y="1409046"/>
          <a:ext cx="445728" cy="521418"/>
        </a:xfrm>
        <a:prstGeom prst="rightArrow">
          <a:avLst>
            <a:gd name="adj1" fmla="val 60000"/>
            <a:gd name="adj2" fmla="val 5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5272958" y="1446891"/>
        <a:ext cx="312850" cy="312010"/>
      </dsp:txXfrm>
    </dsp:sp>
    <dsp:sp modelId="{DA15CC1D-A7EE-43FB-A30F-26DA4C613224}">
      <dsp:nvSpPr>
        <dsp:cNvPr id="0" name=""/>
        <dsp:cNvSpPr/>
      </dsp:nvSpPr>
      <dsp:spPr>
        <a:xfrm>
          <a:off x="4378136" y="2102869"/>
          <a:ext cx="2102494" cy="126149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Customer Metrics</a:t>
          </a:r>
          <a:endParaRPr lang="en-US" sz="1600" kern="1200" dirty="0">
            <a:latin typeface="Century Gothic" panose="020B0502020202020204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entury Gothic" panose="020B0502020202020204"/>
            </a:rPr>
            <a:t> </a:t>
          </a:r>
          <a:r>
            <a:rPr lang="en-US" sz="1200" kern="1200" dirty="0"/>
            <a:t>Conversion rates</a:t>
          </a:r>
          <a:endParaRPr lang="en-US" sz="1200" kern="1200" dirty="0">
            <a:latin typeface="Century Gothic" panose="020B0502020202020204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entury Gothic" panose="020B0502020202020204"/>
            </a:rPr>
            <a:t> </a:t>
          </a:r>
          <a:r>
            <a:rPr lang="en-US" sz="1200" kern="1200" dirty="0"/>
            <a:t>satisfaction scores</a:t>
          </a:r>
        </a:p>
      </dsp:txBody>
      <dsp:txXfrm>
        <a:off x="4415084" y="2139817"/>
        <a:ext cx="2028598" cy="11876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DC6AD-F37B-41C8-99A0-EB9281CA6D1A}">
      <dsp:nvSpPr>
        <dsp:cNvPr id="0" name=""/>
        <dsp:cNvSpPr/>
      </dsp:nvSpPr>
      <dsp:spPr>
        <a:xfrm>
          <a:off x="902550" y="654164"/>
          <a:ext cx="981992" cy="9819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CDC3A-3A6D-49F4-A8C0-4BCA93EC4A0A}">
      <dsp:nvSpPr>
        <dsp:cNvPr id="0" name=""/>
        <dsp:cNvSpPr/>
      </dsp:nvSpPr>
      <dsp:spPr>
        <a:xfrm>
          <a:off x="302444" y="1936651"/>
          <a:ext cx="21822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Adjust ad spend for higher ROI.</a:t>
          </a:r>
        </a:p>
      </dsp:txBody>
      <dsp:txXfrm>
        <a:off x="302444" y="1936651"/>
        <a:ext cx="2182204" cy="720000"/>
      </dsp:txXfrm>
    </dsp:sp>
    <dsp:sp modelId="{1D381297-2308-4D0A-9AE9-6C0B3E2E2607}">
      <dsp:nvSpPr>
        <dsp:cNvPr id="0" name=""/>
        <dsp:cNvSpPr/>
      </dsp:nvSpPr>
      <dsp:spPr>
        <a:xfrm>
          <a:off x="3466641" y="654164"/>
          <a:ext cx="981992" cy="9819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9D4867-2350-4DD8-AFB6-3BD6E95438E6}">
      <dsp:nvSpPr>
        <dsp:cNvPr id="0" name=""/>
        <dsp:cNvSpPr/>
      </dsp:nvSpPr>
      <dsp:spPr>
        <a:xfrm>
          <a:off x="2866535" y="1936651"/>
          <a:ext cx="21822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Refine target audience based on engagement data.</a:t>
          </a:r>
        </a:p>
      </dsp:txBody>
      <dsp:txXfrm>
        <a:off x="2866535" y="1936651"/>
        <a:ext cx="2182204" cy="720000"/>
      </dsp:txXfrm>
    </dsp:sp>
    <dsp:sp modelId="{41152454-81D2-4E8A-AA80-7073E4BA72EB}">
      <dsp:nvSpPr>
        <dsp:cNvPr id="0" name=""/>
        <dsp:cNvSpPr/>
      </dsp:nvSpPr>
      <dsp:spPr>
        <a:xfrm>
          <a:off x="6030731" y="654164"/>
          <a:ext cx="981992" cy="9819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EB439-227D-4F4C-877C-983AD78062F6}">
      <dsp:nvSpPr>
        <dsp:cNvPr id="0" name=""/>
        <dsp:cNvSpPr/>
      </dsp:nvSpPr>
      <dsp:spPr>
        <a:xfrm>
          <a:off x="5430625" y="1936651"/>
          <a:ext cx="21822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Provide feedback to suppliers for improvement.</a:t>
          </a:r>
        </a:p>
      </dsp:txBody>
      <dsp:txXfrm>
        <a:off x="5430625" y="1936651"/>
        <a:ext cx="2182204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31" y="1449146"/>
            <a:ext cx="7526338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831" y="5280847"/>
            <a:ext cx="7526338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307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997" y="2222287"/>
            <a:ext cx="7524003" cy="36365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393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0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2951396"/>
            <a:ext cx="7526337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63" y="5281200"/>
            <a:ext cx="7526337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126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996" y="2222287"/>
            <a:ext cx="3670723" cy="36387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0" y="2222287"/>
            <a:ext cx="3670720" cy="36387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17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6" y="2174875"/>
            <a:ext cx="367072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96" y="2751137"/>
            <a:ext cx="3687391" cy="3109913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2174875"/>
            <a:ext cx="3670720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751137"/>
            <a:ext cx="3670720" cy="3109913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022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905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5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3" y="446086"/>
            <a:ext cx="2660650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46088"/>
            <a:ext cx="2660650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4" y="446087"/>
            <a:ext cx="4689475" cy="54149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2260737"/>
            <a:ext cx="2660650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0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6" y="727521"/>
            <a:ext cx="350154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996" y="2344684"/>
            <a:ext cx="350154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7" y="6041361"/>
            <a:ext cx="73265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6041361"/>
            <a:ext cx="247156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5915887"/>
            <a:ext cx="796616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5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800600"/>
            <a:ext cx="752633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5367338"/>
            <a:ext cx="752633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90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85107" y="1338479"/>
            <a:ext cx="4749312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573" y="1495525"/>
            <a:ext cx="442038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226" y="4700702"/>
            <a:ext cx="4418727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8884" y="1338479"/>
            <a:ext cx="3302316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594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2286585"/>
            <a:ext cx="3671336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6" y="2435956"/>
            <a:ext cx="328689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6450" y="2286000"/>
            <a:ext cx="3671888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310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63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8" y="446089"/>
            <a:ext cx="3391762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5233988" y="0"/>
            <a:ext cx="3910012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5" y="586171"/>
            <a:ext cx="1701800" cy="51347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62" y="446089"/>
            <a:ext cx="4947376" cy="5414962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6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7" y="2184400"/>
            <a:ext cx="7524003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797" y="6041361"/>
            <a:ext cx="6289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1422" y="6041361"/>
            <a:ext cx="993161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3/12/2025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584" y="5915887"/>
            <a:ext cx="796616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85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FE8DED1-24FF-4A79-873B-ECE3ABE73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AA6A048-501A-4387-906B-B8A8543E7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819" y="643467"/>
            <a:ext cx="8188361" cy="5571066"/>
          </a:xfrm>
          <a:custGeom>
            <a:avLst/>
            <a:gdLst>
              <a:gd name="connsiteX0" fmla="*/ 195712 w 10917814"/>
              <a:gd name="connsiteY0" fmla="*/ 0 h 5571066"/>
              <a:gd name="connsiteX1" fmla="*/ 5062165 w 10917814"/>
              <a:gd name="connsiteY1" fmla="*/ 0 h 5571066"/>
              <a:gd name="connsiteX2" fmla="*/ 5419638 w 10917814"/>
              <a:gd name="connsiteY2" fmla="*/ 268105 h 5571066"/>
              <a:gd name="connsiteX3" fmla="*/ 5428105 w 10917814"/>
              <a:gd name="connsiteY3" fmla="*/ 271280 h 5571066"/>
              <a:gd name="connsiteX4" fmla="*/ 5440804 w 10917814"/>
              <a:gd name="connsiteY4" fmla="*/ 276043 h 5571066"/>
              <a:gd name="connsiteX5" fmla="*/ 5453505 w 10917814"/>
              <a:gd name="connsiteY5" fmla="*/ 280805 h 5571066"/>
              <a:gd name="connsiteX6" fmla="*/ 5464088 w 10917814"/>
              <a:gd name="connsiteY6" fmla="*/ 280805 h 5571066"/>
              <a:gd name="connsiteX7" fmla="*/ 5476788 w 10917814"/>
              <a:gd name="connsiteY7" fmla="*/ 280805 h 5571066"/>
              <a:gd name="connsiteX8" fmla="*/ 5487371 w 10917814"/>
              <a:gd name="connsiteY8" fmla="*/ 276043 h 5571066"/>
              <a:gd name="connsiteX9" fmla="*/ 5500071 w 10917814"/>
              <a:gd name="connsiteY9" fmla="*/ 271280 h 5571066"/>
              <a:gd name="connsiteX10" fmla="*/ 5508538 w 10917814"/>
              <a:gd name="connsiteY10" fmla="*/ 268105 h 5571066"/>
              <a:gd name="connsiteX11" fmla="*/ 5866011 w 10917814"/>
              <a:gd name="connsiteY11" fmla="*/ 0 h 5571066"/>
              <a:gd name="connsiteX12" fmla="*/ 10722102 w 10917814"/>
              <a:gd name="connsiteY12" fmla="*/ 0 h 5571066"/>
              <a:gd name="connsiteX13" fmla="*/ 10917814 w 10917814"/>
              <a:gd name="connsiteY13" fmla="*/ 195712 h 5571066"/>
              <a:gd name="connsiteX14" fmla="*/ 10917814 w 10917814"/>
              <a:gd name="connsiteY14" fmla="*/ 5375354 h 5571066"/>
              <a:gd name="connsiteX15" fmla="*/ 10722102 w 10917814"/>
              <a:gd name="connsiteY15" fmla="*/ 5571066 h 5571066"/>
              <a:gd name="connsiteX16" fmla="*/ 195712 w 10917814"/>
              <a:gd name="connsiteY16" fmla="*/ 5571066 h 5571066"/>
              <a:gd name="connsiteX17" fmla="*/ 0 w 10917814"/>
              <a:gd name="connsiteY17" fmla="*/ 5375354 h 5571066"/>
              <a:gd name="connsiteX18" fmla="*/ 0 w 10917814"/>
              <a:gd name="connsiteY18" fmla="*/ 195712 h 5571066"/>
              <a:gd name="connsiteX19" fmla="*/ 195712 w 10917814"/>
              <a:gd name="connsiteY19" fmla="*/ 0 h 557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917814" h="5571066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419" y="1286935"/>
            <a:ext cx="7228615" cy="2668377"/>
          </a:xfrm>
          <a:effectLst/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>
                <a:solidFill>
                  <a:schemeClr val="tx1"/>
                </a:solidFill>
              </a:rPr>
              <a:t>Big Bazaar Advertisement Campaign: A Data-Driven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419" y="4116179"/>
            <a:ext cx="7228615" cy="1599642"/>
          </a:xfrm>
          <a:effectLst/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dirty="0"/>
              <a:t>Optimizing Ad Strategies for Supplier and Customer Success</a:t>
            </a:r>
            <a:endParaRPr lang="en-US"/>
          </a:p>
          <a:p>
            <a:pPr algn="ctr"/>
            <a:endParaRPr lang="en-US"/>
          </a:p>
          <a:p>
            <a:pPr algn="ctr"/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" y="0"/>
            <a:ext cx="91405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7753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443" y="1741714"/>
            <a:ext cx="2638839" cy="4117749"/>
          </a:xfrm>
        </p:spPr>
        <p:txBody>
          <a:bodyPr anchor="t">
            <a:normAutofit/>
          </a:bodyPr>
          <a:lstStyle/>
          <a:p>
            <a:r>
              <a:rPr lang="en-US" sz="3100"/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AE059E-E53E-889E-1B27-393B680813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001695"/>
              </p:ext>
            </p:extLst>
          </p:nvPr>
        </p:nvGraphicFramePr>
        <p:xfrm>
          <a:off x="4099892" y="1172818"/>
          <a:ext cx="4429746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" y="0"/>
            <a:ext cx="91405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7753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443" y="1741714"/>
            <a:ext cx="2638839" cy="4117749"/>
          </a:xfrm>
        </p:spPr>
        <p:txBody>
          <a:bodyPr anchor="t">
            <a:normAutofit/>
          </a:bodyPr>
          <a:lstStyle/>
          <a:p>
            <a:r>
              <a:rPr lang="en-US" sz="3700"/>
              <a:t>Problem Statement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042A3DB-E745-A1A1-AC2F-A2D1702E18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394451"/>
              </p:ext>
            </p:extLst>
          </p:nvPr>
        </p:nvGraphicFramePr>
        <p:xfrm>
          <a:off x="4099892" y="1172818"/>
          <a:ext cx="4429746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6824CE-083D-4ED5-94A5-655345BB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85D83B-2124-40CD-9E29-811BC2B7C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r>
              <a:t>Hypotheses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CC5B51-A881-4059-2297-8768A96EFF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4667155"/>
              </p:ext>
            </p:extLst>
          </p:nvPr>
        </p:nvGraphicFramePr>
        <p:xfrm>
          <a:off x="614362" y="2494722"/>
          <a:ext cx="7915275" cy="3364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6824CE-083D-4ED5-94A5-655345BB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85D83B-2124-40CD-9E29-811BC2B7C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r>
              <a:t>Data Collection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5896BC-3549-CFC8-D434-9405AF6B4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391871"/>
              </p:ext>
            </p:extLst>
          </p:nvPr>
        </p:nvGraphicFramePr>
        <p:xfrm>
          <a:off x="337582" y="2023170"/>
          <a:ext cx="8479086" cy="4348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2413000"/>
            <a:ext cx="2876688" cy="3632200"/>
          </a:xfrm>
        </p:spPr>
        <p:txBody>
          <a:bodyPr>
            <a:normAutofit/>
          </a:bodyPr>
          <a:lstStyle/>
          <a:p>
            <a:r>
              <a:rPr lang="en-US"/>
              <a:t>- Statistical Tests: T-tests, ANOVA, Chi-Square, Regression Analysis.</a:t>
            </a:r>
          </a:p>
          <a:p>
            <a:r>
              <a:rPr lang="en-US"/>
              <a:t>- Metrics Tracked: Sales growth, ROI, customer engagement, brand awareness.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852C36B6-BB14-48FA-BC41-FE0DD0EA1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2225" y="2413000"/>
            <a:ext cx="3716338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r>
              <a:t>Supplier Selection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2413000"/>
            <a:ext cx="2876688" cy="3632200"/>
          </a:xfrm>
        </p:spPr>
        <p:txBody>
          <a:bodyPr>
            <a:noAutofit/>
          </a:bodyPr>
          <a:lstStyle/>
          <a:p>
            <a:r>
              <a:rPr lang="en-US"/>
              <a:t>- Descriptive Statistics: Mean, median, mode of supplier performance.</a:t>
            </a:r>
          </a:p>
          <a:p>
            <a:r>
              <a:rPr lang="en-US"/>
              <a:t>- Factor Analysis: Identify key factors (quality, price, availability).</a:t>
            </a:r>
          </a:p>
          <a:p>
            <a:r>
              <a:rPr lang="en-US"/>
              <a:t>- Cluster Analysis: Identify competitors among suppliers.</a:t>
            </a:r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A1BB0308-3205-B308-A066-80BFEDCD1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2225" y="2413000"/>
            <a:ext cx="3716338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r>
              <a:t>Campaign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9AD364-291B-E222-3C12-553FC9C648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183531"/>
              </p:ext>
            </p:extLst>
          </p:nvPr>
        </p:nvGraphicFramePr>
        <p:xfrm>
          <a:off x="614362" y="2494722"/>
          <a:ext cx="7915275" cy="3364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6824CE-083D-4ED5-94A5-655345BB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0785D83B-2124-40CD-9E29-811BC2B7C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r>
              <a:t>Campaign Execution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9C00D1-FEE3-D042-A76B-F5F9238ABC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587863"/>
              </p:ext>
            </p:extLst>
          </p:nvPr>
        </p:nvGraphicFramePr>
        <p:xfrm>
          <a:off x="614362" y="2494722"/>
          <a:ext cx="7915275" cy="3364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6824CE-083D-4ED5-94A5-655345BB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85D83B-2124-40CD-9E29-811BC2B7C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r>
              <a:t>Monitoring and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9F303D-2D64-E47F-49E4-C6BC731767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1616938"/>
              </p:ext>
            </p:extLst>
          </p:nvPr>
        </p:nvGraphicFramePr>
        <p:xfrm>
          <a:off x="614362" y="2494722"/>
          <a:ext cx="7915275" cy="3364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r>
              <a:t>Campaign Optimization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04E544-5A83-4933-C7DB-CA9D7FF827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0843981"/>
              </p:ext>
            </p:extLst>
          </p:nvPr>
        </p:nvGraphicFramePr>
        <p:xfrm>
          <a:off x="614362" y="2548647"/>
          <a:ext cx="7915275" cy="3310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E0D4A3-ECB8-4689-ABDB-9CE848CE8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  <a:effectLst/>
        </p:spPr>
        <p:txBody>
          <a:bodyPr anchor="ctr">
            <a:norm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854772B-9C8F-4037-89E0-3A45208AB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819" y="1576408"/>
            <a:ext cx="8188361" cy="4638125"/>
          </a:xfrm>
          <a:custGeom>
            <a:avLst/>
            <a:gdLst>
              <a:gd name="connsiteX0" fmla="*/ 5441025 w 10917814"/>
              <a:gd name="connsiteY0" fmla="*/ 0 h 4638125"/>
              <a:gd name="connsiteX1" fmla="*/ 5453725 w 10917814"/>
              <a:gd name="connsiteY1" fmla="*/ 0 h 4638125"/>
              <a:gd name="connsiteX2" fmla="*/ 5464308 w 10917814"/>
              <a:gd name="connsiteY2" fmla="*/ 0 h 4638125"/>
              <a:gd name="connsiteX3" fmla="*/ 5477009 w 10917814"/>
              <a:gd name="connsiteY3" fmla="*/ 4762 h 4638125"/>
              <a:gd name="connsiteX4" fmla="*/ 5489708 w 10917814"/>
              <a:gd name="connsiteY4" fmla="*/ 9525 h 4638125"/>
              <a:gd name="connsiteX5" fmla="*/ 5498175 w 10917814"/>
              <a:gd name="connsiteY5" fmla="*/ 12700 h 4638125"/>
              <a:gd name="connsiteX6" fmla="*/ 5865801 w 10917814"/>
              <a:gd name="connsiteY6" fmla="*/ 288419 h 4638125"/>
              <a:gd name="connsiteX7" fmla="*/ 10765009 w 10917814"/>
              <a:gd name="connsiteY7" fmla="*/ 288419 h 4638125"/>
              <a:gd name="connsiteX8" fmla="*/ 10917814 w 10917814"/>
              <a:gd name="connsiteY8" fmla="*/ 441224 h 4638125"/>
              <a:gd name="connsiteX9" fmla="*/ 10917814 w 10917814"/>
              <a:gd name="connsiteY9" fmla="*/ 4485320 h 4638125"/>
              <a:gd name="connsiteX10" fmla="*/ 10765009 w 10917814"/>
              <a:gd name="connsiteY10" fmla="*/ 4638125 h 4638125"/>
              <a:gd name="connsiteX11" fmla="*/ 152805 w 10917814"/>
              <a:gd name="connsiteY11" fmla="*/ 4638125 h 4638125"/>
              <a:gd name="connsiteX12" fmla="*/ 0 w 10917814"/>
              <a:gd name="connsiteY12" fmla="*/ 4485320 h 4638125"/>
              <a:gd name="connsiteX13" fmla="*/ 0 w 10917814"/>
              <a:gd name="connsiteY13" fmla="*/ 441224 h 4638125"/>
              <a:gd name="connsiteX14" fmla="*/ 152805 w 10917814"/>
              <a:gd name="connsiteY14" fmla="*/ 288419 h 4638125"/>
              <a:gd name="connsiteX15" fmla="*/ 5041650 w 10917814"/>
              <a:gd name="connsiteY15" fmla="*/ 288419 h 4638125"/>
              <a:gd name="connsiteX16" fmla="*/ 5409275 w 10917814"/>
              <a:gd name="connsiteY16" fmla="*/ 12700 h 4638125"/>
              <a:gd name="connsiteX17" fmla="*/ 5417742 w 10917814"/>
              <a:gd name="connsiteY17" fmla="*/ 9525 h 4638125"/>
              <a:gd name="connsiteX18" fmla="*/ 5430442 w 10917814"/>
              <a:gd name="connsiteY18" fmla="*/ 4762 h 46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917814" h="4638125">
                <a:moveTo>
                  <a:pt x="5441025" y="0"/>
                </a:moveTo>
                <a:lnTo>
                  <a:pt x="5453725" y="0"/>
                </a:lnTo>
                <a:lnTo>
                  <a:pt x="5464308" y="0"/>
                </a:lnTo>
                <a:lnTo>
                  <a:pt x="5477009" y="4762"/>
                </a:lnTo>
                <a:lnTo>
                  <a:pt x="5489708" y="9525"/>
                </a:lnTo>
                <a:lnTo>
                  <a:pt x="5498175" y="12700"/>
                </a:lnTo>
                <a:lnTo>
                  <a:pt x="5865801" y="288419"/>
                </a:lnTo>
                <a:lnTo>
                  <a:pt x="10765009" y="288419"/>
                </a:lnTo>
                <a:cubicBezTo>
                  <a:pt x="10849401" y="288419"/>
                  <a:pt x="10917814" y="356832"/>
                  <a:pt x="10917814" y="441224"/>
                </a:cubicBezTo>
                <a:lnTo>
                  <a:pt x="10917814" y="4485320"/>
                </a:lnTo>
                <a:cubicBezTo>
                  <a:pt x="10917814" y="4569712"/>
                  <a:pt x="10849401" y="4638125"/>
                  <a:pt x="10765009" y="4638125"/>
                </a:cubicBezTo>
                <a:lnTo>
                  <a:pt x="152805" y="4638125"/>
                </a:lnTo>
                <a:cubicBezTo>
                  <a:pt x="68413" y="4638125"/>
                  <a:pt x="0" y="4569712"/>
                  <a:pt x="0" y="4485320"/>
                </a:cubicBezTo>
                <a:lnTo>
                  <a:pt x="0" y="441224"/>
                </a:lnTo>
                <a:cubicBezTo>
                  <a:pt x="0" y="356832"/>
                  <a:pt x="68413" y="288419"/>
                  <a:pt x="152805" y="288419"/>
                </a:cubicBezTo>
                <a:lnTo>
                  <a:pt x="5041650" y="288419"/>
                </a:lnTo>
                <a:lnTo>
                  <a:pt x="5409275" y="12700"/>
                </a:lnTo>
                <a:lnTo>
                  <a:pt x="5417742" y="9525"/>
                </a:lnTo>
                <a:lnTo>
                  <a:pt x="5430442" y="4762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799" y="2222287"/>
            <a:ext cx="7475214" cy="3636511"/>
          </a:xfrm>
          <a:effectLst/>
        </p:spPr>
        <p:txBody>
          <a:bodyPr>
            <a:normAutofit/>
          </a:bodyPr>
          <a:lstStyle/>
          <a:p>
            <a:r>
              <a:t>- Supplier Benefits: Increased sales, brand awareness.</a:t>
            </a:r>
          </a:p>
          <a:p>
            <a:r>
              <a:t>- Big Bazaar Benefits: Higher sales, customer satisfaction.</a:t>
            </a:r>
          </a:p>
          <a:p>
            <a:r>
              <a:t>- Customer Benefits: Improved shopping experience.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9607A7-C194-45C1-9EA4-D513E02DC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CBFF659F-D040-4A67-B951-3D6D61BB1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  <a:effectLst/>
        </p:spPr>
        <p:txBody>
          <a:bodyPr>
            <a:normAutofit/>
          </a:bodyPr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911" y="2185988"/>
            <a:ext cx="5965970" cy="3636511"/>
          </a:xfrm>
          <a:effectLst/>
        </p:spPr>
        <p:txBody>
          <a:bodyPr>
            <a:normAutofit/>
          </a:bodyPr>
          <a:lstStyle/>
          <a:p>
            <a:r>
              <a:t>- What worked: Effective ad targeting, supplier collaboration.</a:t>
            </a:r>
          </a:p>
          <a:p>
            <a:r>
              <a:t>- What didn’t: Poor ad types, incorrect targeting.</a:t>
            </a:r>
          </a:p>
          <a:p>
            <a:r>
              <a:t>- Future improvements: Optimize ad spend, explore new channels.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E0D4A3-ECB8-4689-ABDB-9CE848CE8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  <a:effectLst/>
        </p:spPr>
        <p:txBody>
          <a:bodyPr anchor="ctr">
            <a:norm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Future Recommendations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854772B-9C8F-4037-89E0-3A45208AB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819" y="1576408"/>
            <a:ext cx="8188361" cy="4638125"/>
          </a:xfrm>
          <a:custGeom>
            <a:avLst/>
            <a:gdLst>
              <a:gd name="connsiteX0" fmla="*/ 5441025 w 10917814"/>
              <a:gd name="connsiteY0" fmla="*/ 0 h 4638125"/>
              <a:gd name="connsiteX1" fmla="*/ 5453725 w 10917814"/>
              <a:gd name="connsiteY1" fmla="*/ 0 h 4638125"/>
              <a:gd name="connsiteX2" fmla="*/ 5464308 w 10917814"/>
              <a:gd name="connsiteY2" fmla="*/ 0 h 4638125"/>
              <a:gd name="connsiteX3" fmla="*/ 5477009 w 10917814"/>
              <a:gd name="connsiteY3" fmla="*/ 4762 h 4638125"/>
              <a:gd name="connsiteX4" fmla="*/ 5489708 w 10917814"/>
              <a:gd name="connsiteY4" fmla="*/ 9525 h 4638125"/>
              <a:gd name="connsiteX5" fmla="*/ 5498175 w 10917814"/>
              <a:gd name="connsiteY5" fmla="*/ 12700 h 4638125"/>
              <a:gd name="connsiteX6" fmla="*/ 5865801 w 10917814"/>
              <a:gd name="connsiteY6" fmla="*/ 288419 h 4638125"/>
              <a:gd name="connsiteX7" fmla="*/ 10765009 w 10917814"/>
              <a:gd name="connsiteY7" fmla="*/ 288419 h 4638125"/>
              <a:gd name="connsiteX8" fmla="*/ 10917814 w 10917814"/>
              <a:gd name="connsiteY8" fmla="*/ 441224 h 4638125"/>
              <a:gd name="connsiteX9" fmla="*/ 10917814 w 10917814"/>
              <a:gd name="connsiteY9" fmla="*/ 4485320 h 4638125"/>
              <a:gd name="connsiteX10" fmla="*/ 10765009 w 10917814"/>
              <a:gd name="connsiteY10" fmla="*/ 4638125 h 4638125"/>
              <a:gd name="connsiteX11" fmla="*/ 152805 w 10917814"/>
              <a:gd name="connsiteY11" fmla="*/ 4638125 h 4638125"/>
              <a:gd name="connsiteX12" fmla="*/ 0 w 10917814"/>
              <a:gd name="connsiteY12" fmla="*/ 4485320 h 4638125"/>
              <a:gd name="connsiteX13" fmla="*/ 0 w 10917814"/>
              <a:gd name="connsiteY13" fmla="*/ 441224 h 4638125"/>
              <a:gd name="connsiteX14" fmla="*/ 152805 w 10917814"/>
              <a:gd name="connsiteY14" fmla="*/ 288419 h 4638125"/>
              <a:gd name="connsiteX15" fmla="*/ 5041650 w 10917814"/>
              <a:gd name="connsiteY15" fmla="*/ 288419 h 4638125"/>
              <a:gd name="connsiteX16" fmla="*/ 5409275 w 10917814"/>
              <a:gd name="connsiteY16" fmla="*/ 12700 h 4638125"/>
              <a:gd name="connsiteX17" fmla="*/ 5417742 w 10917814"/>
              <a:gd name="connsiteY17" fmla="*/ 9525 h 4638125"/>
              <a:gd name="connsiteX18" fmla="*/ 5430442 w 10917814"/>
              <a:gd name="connsiteY18" fmla="*/ 4762 h 46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917814" h="4638125">
                <a:moveTo>
                  <a:pt x="5441025" y="0"/>
                </a:moveTo>
                <a:lnTo>
                  <a:pt x="5453725" y="0"/>
                </a:lnTo>
                <a:lnTo>
                  <a:pt x="5464308" y="0"/>
                </a:lnTo>
                <a:lnTo>
                  <a:pt x="5477009" y="4762"/>
                </a:lnTo>
                <a:lnTo>
                  <a:pt x="5489708" y="9525"/>
                </a:lnTo>
                <a:lnTo>
                  <a:pt x="5498175" y="12700"/>
                </a:lnTo>
                <a:lnTo>
                  <a:pt x="5865801" y="288419"/>
                </a:lnTo>
                <a:lnTo>
                  <a:pt x="10765009" y="288419"/>
                </a:lnTo>
                <a:cubicBezTo>
                  <a:pt x="10849401" y="288419"/>
                  <a:pt x="10917814" y="356832"/>
                  <a:pt x="10917814" y="441224"/>
                </a:cubicBezTo>
                <a:lnTo>
                  <a:pt x="10917814" y="4485320"/>
                </a:lnTo>
                <a:cubicBezTo>
                  <a:pt x="10917814" y="4569712"/>
                  <a:pt x="10849401" y="4638125"/>
                  <a:pt x="10765009" y="4638125"/>
                </a:cubicBezTo>
                <a:lnTo>
                  <a:pt x="152805" y="4638125"/>
                </a:lnTo>
                <a:cubicBezTo>
                  <a:pt x="68413" y="4638125"/>
                  <a:pt x="0" y="4569712"/>
                  <a:pt x="0" y="4485320"/>
                </a:cubicBezTo>
                <a:lnTo>
                  <a:pt x="0" y="441224"/>
                </a:lnTo>
                <a:cubicBezTo>
                  <a:pt x="0" y="356832"/>
                  <a:pt x="68413" y="288419"/>
                  <a:pt x="152805" y="288419"/>
                </a:cubicBezTo>
                <a:lnTo>
                  <a:pt x="5041650" y="288419"/>
                </a:lnTo>
                <a:lnTo>
                  <a:pt x="5409275" y="12700"/>
                </a:lnTo>
                <a:lnTo>
                  <a:pt x="5417742" y="9525"/>
                </a:lnTo>
                <a:lnTo>
                  <a:pt x="5430442" y="4762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799" y="2222287"/>
            <a:ext cx="7475214" cy="3636511"/>
          </a:xfrm>
          <a:effectLst/>
        </p:spPr>
        <p:txBody>
          <a:bodyPr>
            <a:normAutofit/>
          </a:bodyPr>
          <a:lstStyle/>
          <a:p>
            <a:r>
              <a:t>- Scale up: Include more suppliers and product categories.</a:t>
            </a:r>
          </a:p>
          <a:p>
            <a:r>
              <a:t>- Continuous improvement: Feedback loop with suppliers and customers.</a:t>
            </a:r>
          </a:p>
          <a:p>
            <a:r>
              <a:t>- Innovation: Explore new ad technologies and channels.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E0D4A3-ECB8-4689-ABDB-9CE848CE8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  <a:effectLst/>
        </p:spPr>
        <p:txBody>
          <a:bodyPr anchor="ctr">
            <a:norm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854772B-9C8F-4037-89E0-3A45208AB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819" y="1576408"/>
            <a:ext cx="8188361" cy="4638125"/>
          </a:xfrm>
          <a:custGeom>
            <a:avLst/>
            <a:gdLst>
              <a:gd name="connsiteX0" fmla="*/ 5441025 w 10917814"/>
              <a:gd name="connsiteY0" fmla="*/ 0 h 4638125"/>
              <a:gd name="connsiteX1" fmla="*/ 5453725 w 10917814"/>
              <a:gd name="connsiteY1" fmla="*/ 0 h 4638125"/>
              <a:gd name="connsiteX2" fmla="*/ 5464308 w 10917814"/>
              <a:gd name="connsiteY2" fmla="*/ 0 h 4638125"/>
              <a:gd name="connsiteX3" fmla="*/ 5477009 w 10917814"/>
              <a:gd name="connsiteY3" fmla="*/ 4762 h 4638125"/>
              <a:gd name="connsiteX4" fmla="*/ 5489708 w 10917814"/>
              <a:gd name="connsiteY4" fmla="*/ 9525 h 4638125"/>
              <a:gd name="connsiteX5" fmla="*/ 5498175 w 10917814"/>
              <a:gd name="connsiteY5" fmla="*/ 12700 h 4638125"/>
              <a:gd name="connsiteX6" fmla="*/ 5865801 w 10917814"/>
              <a:gd name="connsiteY6" fmla="*/ 288419 h 4638125"/>
              <a:gd name="connsiteX7" fmla="*/ 10765009 w 10917814"/>
              <a:gd name="connsiteY7" fmla="*/ 288419 h 4638125"/>
              <a:gd name="connsiteX8" fmla="*/ 10917814 w 10917814"/>
              <a:gd name="connsiteY8" fmla="*/ 441224 h 4638125"/>
              <a:gd name="connsiteX9" fmla="*/ 10917814 w 10917814"/>
              <a:gd name="connsiteY9" fmla="*/ 4485320 h 4638125"/>
              <a:gd name="connsiteX10" fmla="*/ 10765009 w 10917814"/>
              <a:gd name="connsiteY10" fmla="*/ 4638125 h 4638125"/>
              <a:gd name="connsiteX11" fmla="*/ 152805 w 10917814"/>
              <a:gd name="connsiteY11" fmla="*/ 4638125 h 4638125"/>
              <a:gd name="connsiteX12" fmla="*/ 0 w 10917814"/>
              <a:gd name="connsiteY12" fmla="*/ 4485320 h 4638125"/>
              <a:gd name="connsiteX13" fmla="*/ 0 w 10917814"/>
              <a:gd name="connsiteY13" fmla="*/ 441224 h 4638125"/>
              <a:gd name="connsiteX14" fmla="*/ 152805 w 10917814"/>
              <a:gd name="connsiteY14" fmla="*/ 288419 h 4638125"/>
              <a:gd name="connsiteX15" fmla="*/ 5041650 w 10917814"/>
              <a:gd name="connsiteY15" fmla="*/ 288419 h 4638125"/>
              <a:gd name="connsiteX16" fmla="*/ 5409275 w 10917814"/>
              <a:gd name="connsiteY16" fmla="*/ 12700 h 4638125"/>
              <a:gd name="connsiteX17" fmla="*/ 5417742 w 10917814"/>
              <a:gd name="connsiteY17" fmla="*/ 9525 h 4638125"/>
              <a:gd name="connsiteX18" fmla="*/ 5430442 w 10917814"/>
              <a:gd name="connsiteY18" fmla="*/ 4762 h 46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917814" h="4638125">
                <a:moveTo>
                  <a:pt x="5441025" y="0"/>
                </a:moveTo>
                <a:lnTo>
                  <a:pt x="5453725" y="0"/>
                </a:lnTo>
                <a:lnTo>
                  <a:pt x="5464308" y="0"/>
                </a:lnTo>
                <a:lnTo>
                  <a:pt x="5477009" y="4762"/>
                </a:lnTo>
                <a:lnTo>
                  <a:pt x="5489708" y="9525"/>
                </a:lnTo>
                <a:lnTo>
                  <a:pt x="5498175" y="12700"/>
                </a:lnTo>
                <a:lnTo>
                  <a:pt x="5865801" y="288419"/>
                </a:lnTo>
                <a:lnTo>
                  <a:pt x="10765009" y="288419"/>
                </a:lnTo>
                <a:cubicBezTo>
                  <a:pt x="10849401" y="288419"/>
                  <a:pt x="10917814" y="356832"/>
                  <a:pt x="10917814" y="441224"/>
                </a:cubicBezTo>
                <a:lnTo>
                  <a:pt x="10917814" y="4485320"/>
                </a:lnTo>
                <a:cubicBezTo>
                  <a:pt x="10917814" y="4569712"/>
                  <a:pt x="10849401" y="4638125"/>
                  <a:pt x="10765009" y="4638125"/>
                </a:cubicBezTo>
                <a:lnTo>
                  <a:pt x="152805" y="4638125"/>
                </a:lnTo>
                <a:cubicBezTo>
                  <a:pt x="68413" y="4638125"/>
                  <a:pt x="0" y="4569712"/>
                  <a:pt x="0" y="4485320"/>
                </a:cubicBezTo>
                <a:lnTo>
                  <a:pt x="0" y="441224"/>
                </a:lnTo>
                <a:cubicBezTo>
                  <a:pt x="0" y="356832"/>
                  <a:pt x="68413" y="288419"/>
                  <a:pt x="152805" y="288419"/>
                </a:cubicBezTo>
                <a:lnTo>
                  <a:pt x="5041650" y="288419"/>
                </a:lnTo>
                <a:lnTo>
                  <a:pt x="5409275" y="12700"/>
                </a:lnTo>
                <a:lnTo>
                  <a:pt x="5417742" y="9525"/>
                </a:lnTo>
                <a:lnTo>
                  <a:pt x="5430442" y="4762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799" y="2222287"/>
            <a:ext cx="7475214" cy="3636511"/>
          </a:xfrm>
          <a:effectLst/>
        </p:spPr>
        <p:txBody>
          <a:bodyPr>
            <a:normAutofit/>
          </a:bodyPr>
          <a:lstStyle/>
          <a:p>
            <a:r>
              <a:t>- Summary of the campaign’s success.</a:t>
            </a:r>
          </a:p>
          <a:p>
            <a:r>
              <a:t>- Importance of data-driven decision-making.</a:t>
            </a:r>
          </a:p>
          <a:p>
            <a:r>
              <a:t>- Mutual benefits for suppliers, Big Bazaar, and customers.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Quotable</vt:lpstr>
      <vt:lpstr>Big Bazaar Advertisement Campaign: A Data-Driven Approach</vt:lpstr>
      <vt:lpstr>Introduction</vt:lpstr>
      <vt:lpstr>Problem Statement</vt:lpstr>
      <vt:lpstr>Hypotheses</vt:lpstr>
      <vt:lpstr>Data Collection</vt:lpstr>
      <vt:lpstr>Methodology</vt:lpstr>
      <vt:lpstr>Supplier Selection Process</vt:lpstr>
      <vt:lpstr>Campaign Design</vt:lpstr>
      <vt:lpstr>Campaign Execution</vt:lpstr>
      <vt:lpstr>Monitoring and Metrics</vt:lpstr>
      <vt:lpstr>Campaign Optimization</vt:lpstr>
      <vt:lpstr>Results</vt:lpstr>
      <vt:lpstr>Lessons Learned</vt:lpstr>
      <vt:lpstr>Future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55</cp:revision>
  <dcterms:created xsi:type="dcterms:W3CDTF">2013-01-27T09:14:16Z</dcterms:created>
  <dcterms:modified xsi:type="dcterms:W3CDTF">2025-03-12T19:28:21Z</dcterms:modified>
  <cp:category/>
</cp:coreProperties>
</file>