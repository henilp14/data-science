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05" r:id="rId5"/>
    <p:sldId id="307" r:id="rId6"/>
    <p:sldId id="308" r:id="rId7"/>
    <p:sldId id="309" r:id="rId8"/>
    <p:sldId id="310" r:id="rId9"/>
    <p:sldId id="311" r:id="rId10"/>
    <p:sldId id="312" r:id="rId11"/>
    <p:sldId id="318" r:id="rId12"/>
    <p:sldId id="320" r:id="rId13"/>
    <p:sldId id="313" r:id="rId14"/>
    <p:sldId id="314" r:id="rId15"/>
    <p:sldId id="315" r:id="rId16"/>
    <p:sldId id="316" r:id="rId17"/>
    <p:sldId id="319" r:id="rId18"/>
    <p:sldId id="321" r:id="rId19"/>
    <p:sldId id="322" r:id="rId20"/>
    <p:sldId id="31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01269B-EB6B-581D-C62A-E7171D1E525E}" v="24" dt="2025-03-12T16:34:29.276"/>
    <p1510:client id="{0AA467F4-9AF6-EFEA-0476-D73650959555}" v="121" dt="2025-03-11T06:41:18.966"/>
    <p1510:client id="{5AD6B760-9C0B-E719-844D-2F743DEE209F}" v="509" dt="2025-03-10T18:21:07.890"/>
  </p1510:revLst>
</p1510:revInfo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7"/>
    <p:restoredTop sz="94682"/>
  </p:normalViewPr>
  <p:slideViewPr>
    <p:cSldViewPr snapToGrid="0">
      <p:cViewPr>
        <p:scale>
          <a:sx n="100" d="100"/>
          <a:sy n="100" d="100"/>
        </p:scale>
        <p:origin x="-312" y="-768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chas Ketan Shah" userId="S::vachas.shah@accionlabs.com::10b1b334-1db7-4454-9470-d81387e3839f" providerId="AD" clId="Web-{97B7371D-A226-4E98-C781-B70E431AD9C0}"/>
    <pc:docChg chg="delSld modSld">
      <pc:chgData name="Vachas Ketan Shah" userId="S::vachas.shah@accionlabs.com::10b1b334-1db7-4454-9470-d81387e3839f" providerId="AD" clId="Web-{97B7371D-A226-4E98-C781-B70E431AD9C0}" dt="2025-03-05T06:29:21.341" v="286"/>
      <pc:docMkLst>
        <pc:docMk/>
      </pc:docMkLst>
      <pc:sldChg chg="addSp modSp mod modClrScheme chgLayout">
        <pc:chgData name="Vachas Ketan Shah" userId="S::vachas.shah@accionlabs.com::10b1b334-1db7-4454-9470-d81387e3839f" providerId="AD" clId="Web-{97B7371D-A226-4E98-C781-B70E431AD9C0}" dt="2025-03-05T06:29:21.341" v="286"/>
        <pc:sldMkLst>
          <pc:docMk/>
          <pc:sldMk cId="4132634631" sldId="306"/>
        </pc:sldMkLst>
        <pc:spChg chg="mod">
          <ac:chgData name="Vachas Ketan Shah" userId="S::vachas.shah@accionlabs.com::10b1b334-1db7-4454-9470-d81387e3839f" providerId="AD" clId="Web-{97B7371D-A226-4E98-C781-B70E431AD9C0}" dt="2025-03-05T06:21:03.115" v="2"/>
          <ac:spMkLst>
            <pc:docMk/>
            <pc:sldMk cId="4132634631" sldId="306"/>
            <ac:spMk id="2" creationId="{6576923F-2B95-8D5A-8578-DBC0FC0DCEA8}"/>
          </ac:spMkLst>
        </pc:spChg>
        <pc:spChg chg="mod">
          <ac:chgData name="Vachas Ketan Shah" userId="S::vachas.shah@accionlabs.com::10b1b334-1db7-4454-9470-d81387e3839f" providerId="AD" clId="Web-{97B7371D-A226-4E98-C781-B70E431AD9C0}" dt="2025-03-05T06:21:03.115" v="2"/>
          <ac:spMkLst>
            <pc:docMk/>
            <pc:sldMk cId="4132634631" sldId="306"/>
            <ac:spMk id="4" creationId="{58FEA6BC-F3A8-6DDC-F1F8-6348F54E8BE2}"/>
          </ac:spMkLst>
        </pc:spChg>
        <pc:graphicFrameChg chg="add mod modGraphic">
          <ac:chgData name="Vachas Ketan Shah" userId="S::vachas.shah@accionlabs.com::10b1b334-1db7-4454-9470-d81387e3839f" providerId="AD" clId="Web-{97B7371D-A226-4E98-C781-B70E431AD9C0}" dt="2025-03-05T06:29:21.341" v="286"/>
          <ac:graphicFrameMkLst>
            <pc:docMk/>
            <pc:sldMk cId="4132634631" sldId="306"/>
            <ac:graphicFrameMk id="5" creationId="{A6322D8F-8352-4C5A-27D5-90F302090750}"/>
          </ac:graphicFrameMkLst>
        </pc:graphicFrameChg>
      </pc:sldChg>
      <pc:sldChg chg="del">
        <pc:chgData name="Vachas Ketan Shah" userId="S::vachas.shah@accionlabs.com::10b1b334-1db7-4454-9470-d81387e3839f" providerId="AD" clId="Web-{97B7371D-A226-4E98-C781-B70E431AD9C0}" dt="2025-03-05T06:28:53.669" v="273"/>
        <pc:sldMkLst>
          <pc:docMk/>
          <pc:sldMk cId="1746520911" sldId="307"/>
        </pc:sldMkLst>
      </pc:sldChg>
      <pc:sldChg chg="del">
        <pc:chgData name="Vachas Ketan Shah" userId="S::vachas.shah@accionlabs.com::10b1b334-1db7-4454-9470-d81387e3839f" providerId="AD" clId="Web-{97B7371D-A226-4E98-C781-B70E431AD9C0}" dt="2025-03-05T06:28:54.278" v="274"/>
        <pc:sldMkLst>
          <pc:docMk/>
          <pc:sldMk cId="3688475074" sldId="308"/>
        </pc:sldMkLst>
      </pc:sldChg>
      <pc:sldChg chg="del">
        <pc:chgData name="Vachas Ketan Shah" userId="S::vachas.shah@accionlabs.com::10b1b334-1db7-4454-9470-d81387e3839f" providerId="AD" clId="Web-{97B7371D-A226-4E98-C781-B70E431AD9C0}" dt="2025-03-05T06:28:54.872" v="275"/>
        <pc:sldMkLst>
          <pc:docMk/>
          <pc:sldMk cId="1709180446" sldId="309"/>
        </pc:sldMkLst>
      </pc:sldChg>
      <pc:sldChg chg="del">
        <pc:chgData name="Vachas Ketan Shah" userId="S::vachas.shah@accionlabs.com::10b1b334-1db7-4454-9470-d81387e3839f" providerId="AD" clId="Web-{97B7371D-A226-4E98-C781-B70E431AD9C0}" dt="2025-03-05T06:29:00.904" v="276"/>
        <pc:sldMkLst>
          <pc:docMk/>
          <pc:sldMk cId="89773165" sldId="310"/>
        </pc:sldMkLst>
      </pc:sldChg>
      <pc:sldChg chg="del">
        <pc:chgData name="Vachas Ketan Shah" userId="S::vachas.shah@accionlabs.com::10b1b334-1db7-4454-9470-d81387e3839f" providerId="AD" clId="Web-{97B7371D-A226-4E98-C781-B70E431AD9C0}" dt="2025-03-05T06:29:01.091" v="277"/>
        <pc:sldMkLst>
          <pc:docMk/>
          <pc:sldMk cId="3986998208" sldId="311"/>
        </pc:sldMkLst>
      </pc:sldChg>
      <pc:sldChg chg="del">
        <pc:chgData name="Vachas Ketan Shah" userId="S::vachas.shah@accionlabs.com::10b1b334-1db7-4454-9470-d81387e3839f" providerId="AD" clId="Web-{97B7371D-A226-4E98-C781-B70E431AD9C0}" dt="2025-03-05T06:29:01.122" v="278"/>
        <pc:sldMkLst>
          <pc:docMk/>
          <pc:sldMk cId="4050281887" sldId="312"/>
        </pc:sldMkLst>
      </pc:sldChg>
      <pc:sldChg chg="del">
        <pc:chgData name="Vachas Ketan Shah" userId="S::vachas.shah@accionlabs.com::10b1b334-1db7-4454-9470-d81387e3839f" providerId="AD" clId="Web-{97B7371D-A226-4E98-C781-B70E431AD9C0}" dt="2025-03-05T06:29:01.247" v="279"/>
        <pc:sldMkLst>
          <pc:docMk/>
          <pc:sldMk cId="558281240" sldId="313"/>
        </pc:sldMkLst>
      </pc:sldChg>
      <pc:sldChg chg="del">
        <pc:chgData name="Vachas Ketan Shah" userId="S::vachas.shah@accionlabs.com::10b1b334-1db7-4454-9470-d81387e3839f" providerId="AD" clId="Web-{97B7371D-A226-4E98-C781-B70E431AD9C0}" dt="2025-03-05T06:29:05.966" v="280"/>
        <pc:sldMkLst>
          <pc:docMk/>
          <pc:sldMk cId="947225569" sldId="314"/>
        </pc:sldMkLst>
      </pc:sldChg>
      <pc:sldChg chg="del">
        <pc:chgData name="Vachas Ketan Shah" userId="S::vachas.shah@accionlabs.com::10b1b334-1db7-4454-9470-d81387e3839f" providerId="AD" clId="Web-{97B7371D-A226-4E98-C781-B70E431AD9C0}" dt="2025-03-05T06:29:06.435" v="281"/>
        <pc:sldMkLst>
          <pc:docMk/>
          <pc:sldMk cId="4178334263" sldId="315"/>
        </pc:sldMkLst>
      </pc:sldChg>
      <pc:sldChg chg="del">
        <pc:chgData name="Vachas Ketan Shah" userId="S::vachas.shah@accionlabs.com::10b1b334-1db7-4454-9470-d81387e3839f" providerId="AD" clId="Web-{97B7371D-A226-4E98-C781-B70E431AD9C0}" dt="2025-03-05T06:29:06.638" v="282"/>
        <pc:sldMkLst>
          <pc:docMk/>
          <pc:sldMk cId="1550294218" sldId="316"/>
        </pc:sldMkLst>
      </pc:sldChg>
      <pc:sldChg chg="del">
        <pc:chgData name="Vachas Ketan Shah" userId="S::vachas.shah@accionlabs.com::10b1b334-1db7-4454-9470-d81387e3839f" providerId="AD" clId="Web-{97B7371D-A226-4E98-C781-B70E431AD9C0}" dt="2025-03-05T06:29:06.638" v="283"/>
        <pc:sldMkLst>
          <pc:docMk/>
          <pc:sldMk cId="1988437062" sldId="318"/>
        </pc:sldMkLst>
      </pc:sldChg>
    </pc:docChg>
  </pc:docChgLst>
  <pc:docChgLst>
    <pc:chgData name="Vachas Ketan Shah" userId="S::vachas.shah@accionlabs.com::10b1b334-1db7-4454-9470-d81387e3839f" providerId="AD" clId="Web-{90A6A55A-8478-43C7-CBFE-0DC173C795FE}"/>
    <pc:docChg chg="modSld">
      <pc:chgData name="Vachas Ketan Shah" userId="S::vachas.shah@accionlabs.com::10b1b334-1db7-4454-9470-d81387e3839f" providerId="AD" clId="Web-{90A6A55A-8478-43C7-CBFE-0DC173C795FE}" dt="2025-03-05T05:46:42.922" v="247"/>
      <pc:docMkLst>
        <pc:docMk/>
      </pc:docMkLst>
      <pc:sldChg chg="addSp delSp modSp mod setBg modClrScheme chgLayout">
        <pc:chgData name="Vachas Ketan Shah" userId="S::vachas.shah@accionlabs.com::10b1b334-1db7-4454-9470-d81387e3839f" providerId="AD" clId="Web-{90A6A55A-8478-43C7-CBFE-0DC173C795FE}" dt="2025-03-05T05:45:32.515" v="214"/>
        <pc:sldMkLst>
          <pc:docMk/>
          <pc:sldMk cId="1516999600" sldId="305"/>
        </pc:sldMkLst>
        <pc:spChg chg="del mod">
          <ac:chgData name="Vachas Ketan Shah" userId="S::vachas.shah@accionlabs.com::10b1b334-1db7-4454-9470-d81387e3839f" providerId="AD" clId="Web-{90A6A55A-8478-43C7-CBFE-0DC173C795FE}" dt="2025-03-05T05:37:06.661" v="11"/>
          <ac:spMkLst>
            <pc:docMk/>
            <pc:sldMk cId="1516999600" sldId="305"/>
            <ac:spMk id="2" creationId="{C66F917E-922A-1054-6306-D37C378F1165}"/>
          </ac:spMkLst>
        </pc:spChg>
        <pc:spChg chg="mod">
          <ac:chgData name="Vachas Ketan Shah" userId="S::vachas.shah@accionlabs.com::10b1b334-1db7-4454-9470-d81387e3839f" providerId="AD" clId="Web-{90A6A55A-8478-43C7-CBFE-0DC173C795FE}" dt="2025-03-05T05:38:26.131" v="22" actId="20577"/>
          <ac:spMkLst>
            <pc:docMk/>
            <pc:sldMk cId="1516999600" sldId="305"/>
            <ac:spMk id="3" creationId="{1C3D50B0-02F8-A1E6-8A67-C0B7034A4743}"/>
          </ac:spMkLst>
        </pc:spChg>
        <pc:spChg chg="add del">
          <ac:chgData name="Vachas Ketan Shah" userId="S::vachas.shah@accionlabs.com::10b1b334-1db7-4454-9470-d81387e3839f" providerId="AD" clId="Web-{90A6A55A-8478-43C7-CBFE-0DC173C795FE}" dt="2025-03-05T05:39:26.976" v="56"/>
          <ac:spMkLst>
            <pc:docMk/>
            <pc:sldMk cId="1516999600" sldId="305"/>
            <ac:spMk id="5" creationId="{10E3E0AD-E999-13D5-73CE-AA2C0B3FA310}"/>
          </ac:spMkLst>
        </pc:spChg>
        <pc:spChg chg="add mod">
          <ac:chgData name="Vachas Ketan Shah" userId="S::vachas.shah@accionlabs.com::10b1b334-1db7-4454-9470-d81387e3839f" providerId="AD" clId="Web-{90A6A55A-8478-43C7-CBFE-0DC173C795FE}" dt="2025-03-05T05:45:32.515" v="214"/>
          <ac:spMkLst>
            <pc:docMk/>
            <pc:sldMk cId="1516999600" sldId="305"/>
            <ac:spMk id="6" creationId="{1FD49AB9-6323-0FAE-FB62-CD7EC4C93D42}"/>
          </ac:spMkLst>
        </pc:spChg>
        <pc:spChg chg="add del mod">
          <ac:chgData name="Vachas Ketan Shah" userId="S::vachas.shah@accionlabs.com::10b1b334-1db7-4454-9470-d81387e3839f" providerId="AD" clId="Web-{90A6A55A-8478-43C7-CBFE-0DC173C795FE}" dt="2025-03-05T05:37:26.755" v="13"/>
          <ac:spMkLst>
            <pc:docMk/>
            <pc:sldMk cId="1516999600" sldId="305"/>
            <ac:spMk id="8" creationId="{238DDB37-5A61-E488-6380-FB5B3C0E2E14}"/>
          </ac:spMkLst>
        </pc:spChg>
        <pc:spChg chg="add del mod">
          <ac:chgData name="Vachas Ketan Shah" userId="S::vachas.shah@accionlabs.com::10b1b334-1db7-4454-9470-d81387e3839f" providerId="AD" clId="Web-{90A6A55A-8478-43C7-CBFE-0DC173C795FE}" dt="2025-03-05T05:38:30.991" v="23"/>
          <ac:spMkLst>
            <pc:docMk/>
            <pc:sldMk cId="1516999600" sldId="305"/>
            <ac:spMk id="10" creationId="{51B0D356-F715-5DA6-9F66-25123CE290CD}"/>
          </ac:spMkLst>
        </pc:spChg>
        <pc:picChg chg="add del mod">
          <ac:chgData name="Vachas Ketan Shah" userId="S::vachas.shah@accionlabs.com::10b1b334-1db7-4454-9470-d81387e3839f" providerId="AD" clId="Web-{90A6A55A-8478-43C7-CBFE-0DC173C795FE}" dt="2025-03-05T05:36:16.191" v="10"/>
          <ac:picMkLst>
            <pc:docMk/>
            <pc:sldMk cId="1516999600" sldId="305"/>
            <ac:picMk id="4" creationId="{0C6F700B-C8EB-AC88-A88F-E7EC113BD762}"/>
          </ac:picMkLst>
        </pc:picChg>
      </pc:sldChg>
      <pc:sldChg chg="delSp modSp">
        <pc:chgData name="Vachas Ketan Shah" userId="S::vachas.shah@accionlabs.com::10b1b334-1db7-4454-9470-d81387e3839f" providerId="AD" clId="Web-{90A6A55A-8478-43C7-CBFE-0DC173C795FE}" dt="2025-03-05T05:46:42.922" v="247"/>
        <pc:sldMkLst>
          <pc:docMk/>
          <pc:sldMk cId="4132634631" sldId="306"/>
        </pc:sldMkLst>
        <pc:spChg chg="mod">
          <ac:chgData name="Vachas Ketan Shah" userId="S::vachas.shah@accionlabs.com::10b1b334-1db7-4454-9470-d81387e3839f" providerId="AD" clId="Web-{90A6A55A-8478-43C7-CBFE-0DC173C795FE}" dt="2025-03-05T05:46:34.860" v="244" actId="20577"/>
          <ac:spMkLst>
            <pc:docMk/>
            <pc:sldMk cId="4132634631" sldId="306"/>
            <ac:spMk id="2" creationId="{6576923F-2B95-8D5A-8578-DBC0FC0DCEA8}"/>
          </ac:spMkLst>
        </pc:spChg>
        <pc:spChg chg="del mod">
          <ac:chgData name="Vachas Ketan Shah" userId="S::vachas.shah@accionlabs.com::10b1b334-1db7-4454-9470-d81387e3839f" providerId="AD" clId="Web-{90A6A55A-8478-43C7-CBFE-0DC173C795FE}" dt="2025-03-05T05:46:42.922" v="247"/>
          <ac:spMkLst>
            <pc:docMk/>
            <pc:sldMk cId="4132634631" sldId="306"/>
            <ac:spMk id="5" creationId="{DFFF7AA9-7C16-A939-67C8-DF700FEF7D83}"/>
          </ac:spMkLst>
        </pc:spChg>
      </pc:sldChg>
    </pc:docChg>
  </pc:docChgLst>
  <pc:docChgLst>
    <pc:chgData name="Vachas Ketan Shah" userId="S::vachas.shah@accionlabs.com::10b1b334-1db7-4454-9470-d81387e3839f" providerId="AD" clId="Web-{5AD6B760-9C0B-E719-844D-2F743DEE209F}"/>
    <pc:docChg chg="addSld delSld modSld sldOrd">
      <pc:chgData name="Vachas Ketan Shah" userId="S::vachas.shah@accionlabs.com::10b1b334-1db7-4454-9470-d81387e3839f" providerId="AD" clId="Web-{5AD6B760-9C0B-E719-844D-2F743DEE209F}" dt="2025-03-10T18:21:06.687" v="872" actId="20577"/>
      <pc:docMkLst>
        <pc:docMk/>
      </pc:docMkLst>
      <pc:sldChg chg="modSp">
        <pc:chgData name="Vachas Ketan Shah" userId="S::vachas.shah@accionlabs.com::10b1b334-1db7-4454-9470-d81387e3839f" providerId="AD" clId="Web-{5AD6B760-9C0B-E719-844D-2F743DEE209F}" dt="2025-03-10T18:21:06.687" v="872" actId="20577"/>
        <pc:sldMkLst>
          <pc:docMk/>
          <pc:sldMk cId="1516999600" sldId="305"/>
        </pc:sldMkLst>
        <pc:spChg chg="mod">
          <ac:chgData name="Vachas Ketan Shah" userId="S::vachas.shah@accionlabs.com::10b1b334-1db7-4454-9470-d81387e3839f" providerId="AD" clId="Web-{5AD6B760-9C0B-E719-844D-2F743DEE209F}" dt="2025-03-10T18:21:06.687" v="872" actId="20577"/>
          <ac:spMkLst>
            <pc:docMk/>
            <pc:sldMk cId="1516999600" sldId="305"/>
            <ac:spMk id="6" creationId="{1FD49AB9-6323-0FAE-FB62-CD7EC4C93D42}"/>
          </ac:spMkLst>
        </pc:spChg>
      </pc:sldChg>
      <pc:sldChg chg="modSp del">
        <pc:chgData name="Vachas Ketan Shah" userId="S::vachas.shah@accionlabs.com::10b1b334-1db7-4454-9470-d81387e3839f" providerId="AD" clId="Web-{5AD6B760-9C0B-E719-844D-2F743DEE209F}" dt="2025-03-10T18:09:02.658" v="639"/>
        <pc:sldMkLst>
          <pc:docMk/>
          <pc:sldMk cId="4132634631" sldId="306"/>
        </pc:sldMkLst>
        <pc:spChg chg="mod">
          <ac:chgData name="Vachas Ketan Shah" userId="S::vachas.shah@accionlabs.com::10b1b334-1db7-4454-9470-d81387e3839f" providerId="AD" clId="Web-{5AD6B760-9C0B-E719-844D-2F743DEE209F}" dt="2025-03-10T15:21:06.815" v="55" actId="1076"/>
          <ac:spMkLst>
            <pc:docMk/>
            <pc:sldMk cId="4132634631" sldId="306"/>
            <ac:spMk id="2" creationId="{6576923F-2B95-8D5A-8578-DBC0FC0DCEA8}"/>
          </ac:spMkLst>
        </pc:spChg>
      </pc:sldChg>
      <pc:sldChg chg="addSp delSp modSp new mod modClrScheme chgLayout">
        <pc:chgData name="Vachas Ketan Shah" userId="S::vachas.shah@accionlabs.com::10b1b334-1db7-4454-9470-d81387e3839f" providerId="AD" clId="Web-{5AD6B760-9C0B-E719-844D-2F743DEE209F}" dt="2025-03-10T15:33:33.512" v="386" actId="14100"/>
        <pc:sldMkLst>
          <pc:docMk/>
          <pc:sldMk cId="4239422232" sldId="307"/>
        </pc:sldMkLst>
        <pc:spChg chg="del">
          <ac:chgData name="Vachas Ketan Shah" userId="S::vachas.shah@accionlabs.com::10b1b334-1db7-4454-9470-d81387e3839f" providerId="AD" clId="Web-{5AD6B760-9C0B-E719-844D-2F743DEE209F}" dt="2025-03-10T15:21:23.456" v="57"/>
          <ac:spMkLst>
            <pc:docMk/>
            <pc:sldMk cId="4239422232" sldId="307"/>
            <ac:spMk id="2" creationId="{549BD427-F9C0-1555-91AB-565F237A1E9A}"/>
          </ac:spMkLst>
        </pc:spChg>
        <pc:spChg chg="mod ord">
          <ac:chgData name="Vachas Ketan Shah" userId="S::vachas.shah@accionlabs.com::10b1b334-1db7-4454-9470-d81387e3839f" providerId="AD" clId="Web-{5AD6B760-9C0B-E719-844D-2F743DEE209F}" dt="2025-03-10T15:22:03.831" v="73" actId="20577"/>
          <ac:spMkLst>
            <pc:docMk/>
            <pc:sldMk cId="4239422232" sldId="307"/>
            <ac:spMk id="3" creationId="{78EB570D-10DF-2F40-ED2D-33B62E6DC4C0}"/>
          </ac:spMkLst>
        </pc:spChg>
        <pc:spChg chg="del mod ord">
          <ac:chgData name="Vachas Ketan Shah" userId="S::vachas.shah@accionlabs.com::10b1b334-1db7-4454-9470-d81387e3839f" providerId="AD" clId="Web-{5AD6B760-9C0B-E719-844D-2F743DEE209F}" dt="2025-03-10T15:22:34.941" v="74"/>
          <ac:spMkLst>
            <pc:docMk/>
            <pc:sldMk cId="4239422232" sldId="307"/>
            <ac:spMk id="4" creationId="{4456D659-EB9E-C235-0C7C-407F88BBA300}"/>
          </ac:spMkLst>
        </pc:spChg>
        <pc:spChg chg="add del mod">
          <ac:chgData name="Vachas Ketan Shah" userId="S::vachas.shah@accionlabs.com::10b1b334-1db7-4454-9470-d81387e3839f" providerId="AD" clId="Web-{5AD6B760-9C0B-E719-844D-2F743DEE209F}" dt="2025-03-10T15:23:15.926" v="76"/>
          <ac:spMkLst>
            <pc:docMk/>
            <pc:sldMk cId="4239422232" sldId="307"/>
            <ac:spMk id="13" creationId="{25AE00CC-619C-7AD8-8FF8-3369B6727986}"/>
          </ac:spMkLst>
        </pc:spChg>
        <pc:graphicFrameChg chg="add del mod ord modGraphic">
          <ac:chgData name="Vachas Ketan Shah" userId="S::vachas.shah@accionlabs.com::10b1b334-1db7-4454-9470-d81387e3839f" providerId="AD" clId="Web-{5AD6B760-9C0B-E719-844D-2F743DEE209F}" dt="2025-03-10T15:22:43.457" v="75"/>
          <ac:graphicFrameMkLst>
            <pc:docMk/>
            <pc:sldMk cId="4239422232" sldId="307"/>
            <ac:graphicFrameMk id="5" creationId="{C40D7FD9-72E6-251B-041C-6DBC57F5462E}"/>
          </ac:graphicFrameMkLst>
        </pc:graphicFrameChg>
        <pc:graphicFrameChg chg="add mod ord modGraphic">
          <ac:chgData name="Vachas Ketan Shah" userId="S::vachas.shah@accionlabs.com::10b1b334-1db7-4454-9470-d81387e3839f" providerId="AD" clId="Web-{5AD6B760-9C0B-E719-844D-2F743DEE209F}" dt="2025-03-10T15:33:33.512" v="386" actId="14100"/>
          <ac:graphicFrameMkLst>
            <pc:docMk/>
            <pc:sldMk cId="4239422232" sldId="307"/>
            <ac:graphicFrameMk id="14" creationId="{8A68136C-86E0-43E2-6D36-82D1AB6A0639}"/>
          </ac:graphicFrameMkLst>
        </pc:graphicFrameChg>
      </pc:sldChg>
      <pc:sldChg chg="addSp delSp modSp new">
        <pc:chgData name="Vachas Ketan Shah" userId="S::vachas.shah@accionlabs.com::10b1b334-1db7-4454-9470-d81387e3839f" providerId="AD" clId="Web-{5AD6B760-9C0B-E719-844D-2F743DEE209F}" dt="2025-03-10T17:48:31.494" v="435" actId="20577"/>
        <pc:sldMkLst>
          <pc:docMk/>
          <pc:sldMk cId="1707372076" sldId="308"/>
        </pc:sldMkLst>
        <pc:spChg chg="add del mod">
          <ac:chgData name="Vachas Ketan Shah" userId="S::vachas.shah@accionlabs.com::10b1b334-1db7-4454-9470-d81387e3839f" providerId="AD" clId="Web-{5AD6B760-9C0B-E719-844D-2F743DEE209F}" dt="2025-03-10T17:48:31.494" v="435" actId="20577"/>
          <ac:spMkLst>
            <pc:docMk/>
            <pc:sldMk cId="1707372076" sldId="308"/>
            <ac:spMk id="2" creationId="{BA517222-6A9E-B009-0FA2-C71DAE2988E8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7:46:02.554" v="420" actId="20577"/>
          <ac:spMkLst>
            <pc:docMk/>
            <pc:sldMk cId="1707372076" sldId="308"/>
            <ac:spMk id="3" creationId="{B38BB1D4-165F-F9FD-9675-3F0803202A16}"/>
          </ac:spMkLst>
        </pc:spChg>
        <pc:spChg chg="add del mod">
          <ac:chgData name="Vachas Ketan Shah" userId="S::vachas.shah@accionlabs.com::10b1b334-1db7-4454-9470-d81387e3839f" providerId="AD" clId="Web-{5AD6B760-9C0B-E719-844D-2F743DEE209F}" dt="2025-03-10T17:46:18.414" v="423"/>
          <ac:spMkLst>
            <pc:docMk/>
            <pc:sldMk cId="1707372076" sldId="308"/>
            <ac:spMk id="6" creationId="{28346C93-0A80-9E8A-93A7-6CA6F9797297}"/>
          </ac:spMkLst>
        </pc:spChg>
      </pc:sldChg>
      <pc:sldChg chg="modSp new">
        <pc:chgData name="Vachas Ketan Shah" userId="S::vachas.shah@accionlabs.com::10b1b334-1db7-4454-9470-d81387e3839f" providerId="AD" clId="Web-{5AD6B760-9C0B-E719-844D-2F743DEE209F}" dt="2025-03-10T17:48:27.166" v="434" actId="20577"/>
        <pc:sldMkLst>
          <pc:docMk/>
          <pc:sldMk cId="2383178716" sldId="309"/>
        </pc:sldMkLst>
        <pc:spChg chg="mod">
          <ac:chgData name="Vachas Ketan Shah" userId="S::vachas.shah@accionlabs.com::10b1b334-1db7-4454-9470-d81387e3839f" providerId="AD" clId="Web-{5AD6B760-9C0B-E719-844D-2F743DEE209F}" dt="2025-03-10T17:48:27.166" v="434" actId="20577"/>
          <ac:spMkLst>
            <pc:docMk/>
            <pc:sldMk cId="2383178716" sldId="309"/>
            <ac:spMk id="2" creationId="{B49957E0-4578-B835-DE86-7FA2C8D1B905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7:46:39.539" v="428" actId="20577"/>
          <ac:spMkLst>
            <pc:docMk/>
            <pc:sldMk cId="2383178716" sldId="309"/>
            <ac:spMk id="3" creationId="{68CADE83-0A13-2589-F693-999B4B7E22BC}"/>
          </ac:spMkLst>
        </pc:spChg>
      </pc:sldChg>
      <pc:sldChg chg="modSp new">
        <pc:chgData name="Vachas Ketan Shah" userId="S::vachas.shah@accionlabs.com::10b1b334-1db7-4454-9470-d81387e3839f" providerId="AD" clId="Web-{5AD6B760-9C0B-E719-844D-2F743DEE209F}" dt="2025-03-10T17:59:04.600" v="495" actId="20577"/>
        <pc:sldMkLst>
          <pc:docMk/>
          <pc:sldMk cId="75350019" sldId="310"/>
        </pc:sldMkLst>
        <pc:spChg chg="mod">
          <ac:chgData name="Vachas Ketan Shah" userId="S::vachas.shah@accionlabs.com::10b1b334-1db7-4454-9470-d81387e3839f" providerId="AD" clId="Web-{5AD6B760-9C0B-E719-844D-2F743DEE209F}" dt="2025-03-10T17:59:04.600" v="495" actId="20577"/>
          <ac:spMkLst>
            <pc:docMk/>
            <pc:sldMk cId="75350019" sldId="310"/>
            <ac:spMk id="2" creationId="{724C5213-EFC3-9F2E-CC4A-EBFAF9487C2A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7:48:19.119" v="433"/>
          <ac:spMkLst>
            <pc:docMk/>
            <pc:sldMk cId="75350019" sldId="310"/>
            <ac:spMk id="3" creationId="{AC5711E1-82AB-384F-C269-CFE6EC42AAB2}"/>
          </ac:spMkLst>
        </pc:spChg>
      </pc:sldChg>
      <pc:sldChg chg="modSp new">
        <pc:chgData name="Vachas Ketan Shah" userId="S::vachas.shah@accionlabs.com::10b1b334-1db7-4454-9470-d81387e3839f" providerId="AD" clId="Web-{5AD6B760-9C0B-E719-844D-2F743DEE209F}" dt="2025-03-10T17:51:23.654" v="444"/>
        <pc:sldMkLst>
          <pc:docMk/>
          <pc:sldMk cId="7463884" sldId="311"/>
        </pc:sldMkLst>
        <pc:spChg chg="mod">
          <ac:chgData name="Vachas Ketan Shah" userId="S::vachas.shah@accionlabs.com::10b1b334-1db7-4454-9470-d81387e3839f" providerId="AD" clId="Web-{5AD6B760-9C0B-E719-844D-2F743DEE209F}" dt="2025-03-10T17:51:02.919" v="440" actId="20577"/>
          <ac:spMkLst>
            <pc:docMk/>
            <pc:sldMk cId="7463884" sldId="311"/>
            <ac:spMk id="2" creationId="{007A2CF3-7AD9-9FB8-C21A-B65317F7A4D2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7:51:23.654" v="444"/>
          <ac:spMkLst>
            <pc:docMk/>
            <pc:sldMk cId="7463884" sldId="311"/>
            <ac:spMk id="3" creationId="{B75CFE9A-FDFD-C658-12B4-170C4EB79574}"/>
          </ac:spMkLst>
        </pc:spChg>
      </pc:sldChg>
      <pc:sldChg chg="modSp new">
        <pc:chgData name="Vachas Ketan Shah" userId="S::vachas.shah@accionlabs.com::10b1b334-1db7-4454-9470-d81387e3839f" providerId="AD" clId="Web-{5AD6B760-9C0B-E719-844D-2F743DEE209F}" dt="2025-03-10T17:52:22.233" v="453"/>
        <pc:sldMkLst>
          <pc:docMk/>
          <pc:sldMk cId="2195216658" sldId="312"/>
        </pc:sldMkLst>
        <pc:spChg chg="mod">
          <ac:chgData name="Vachas Ketan Shah" userId="S::vachas.shah@accionlabs.com::10b1b334-1db7-4454-9470-d81387e3839f" providerId="AD" clId="Web-{5AD6B760-9C0B-E719-844D-2F743DEE209F}" dt="2025-03-10T17:52:17.076" v="449" actId="20577"/>
          <ac:spMkLst>
            <pc:docMk/>
            <pc:sldMk cId="2195216658" sldId="312"/>
            <ac:spMk id="2" creationId="{E77A8108-2E91-B14A-4CD0-B13EB0BA0919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7:52:22.233" v="453"/>
          <ac:spMkLst>
            <pc:docMk/>
            <pc:sldMk cId="2195216658" sldId="312"/>
            <ac:spMk id="3" creationId="{F0C59412-DECF-060F-4E28-01A8F34471EA}"/>
          </ac:spMkLst>
        </pc:spChg>
      </pc:sldChg>
      <pc:sldChg chg="modSp new">
        <pc:chgData name="Vachas Ketan Shah" userId="S::vachas.shah@accionlabs.com::10b1b334-1db7-4454-9470-d81387e3839f" providerId="AD" clId="Web-{5AD6B760-9C0B-E719-844D-2F743DEE209F}" dt="2025-03-10T17:53:54.953" v="464"/>
        <pc:sldMkLst>
          <pc:docMk/>
          <pc:sldMk cId="1723592195" sldId="313"/>
        </pc:sldMkLst>
        <pc:spChg chg="mod">
          <ac:chgData name="Vachas Ketan Shah" userId="S::vachas.shah@accionlabs.com::10b1b334-1db7-4454-9470-d81387e3839f" providerId="AD" clId="Web-{5AD6B760-9C0B-E719-844D-2F743DEE209F}" dt="2025-03-10T17:53:16.078" v="459" actId="20577"/>
          <ac:spMkLst>
            <pc:docMk/>
            <pc:sldMk cId="1723592195" sldId="313"/>
            <ac:spMk id="2" creationId="{593FB293-57FE-498D-DE17-41581508FE9C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7:53:54.953" v="464"/>
          <ac:spMkLst>
            <pc:docMk/>
            <pc:sldMk cId="1723592195" sldId="313"/>
            <ac:spMk id="3" creationId="{3CBF40C3-9980-37B9-7924-017C6FFE444D}"/>
          </ac:spMkLst>
        </pc:spChg>
      </pc:sldChg>
      <pc:sldChg chg="modSp new">
        <pc:chgData name="Vachas Ketan Shah" userId="S::vachas.shah@accionlabs.com::10b1b334-1db7-4454-9470-d81387e3839f" providerId="AD" clId="Web-{5AD6B760-9C0B-E719-844D-2F743DEE209F}" dt="2025-03-10T17:55:17.377" v="473" actId="20577"/>
        <pc:sldMkLst>
          <pc:docMk/>
          <pc:sldMk cId="2293244785" sldId="314"/>
        </pc:sldMkLst>
        <pc:spChg chg="mod">
          <ac:chgData name="Vachas Ketan Shah" userId="S::vachas.shah@accionlabs.com::10b1b334-1db7-4454-9470-d81387e3839f" providerId="AD" clId="Web-{5AD6B760-9C0B-E719-844D-2F743DEE209F}" dt="2025-03-10T17:54:56.345" v="470" actId="20577"/>
          <ac:spMkLst>
            <pc:docMk/>
            <pc:sldMk cId="2293244785" sldId="314"/>
            <ac:spMk id="2" creationId="{A39EBA3E-E14E-3FC7-060E-84710067AA7E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7:55:17.377" v="473" actId="20577"/>
          <ac:spMkLst>
            <pc:docMk/>
            <pc:sldMk cId="2293244785" sldId="314"/>
            <ac:spMk id="3" creationId="{0D7CAEB7-ED8A-5420-A508-43817ED730B7}"/>
          </ac:spMkLst>
        </pc:spChg>
      </pc:sldChg>
      <pc:sldChg chg="modSp new">
        <pc:chgData name="Vachas Ketan Shah" userId="S::vachas.shah@accionlabs.com::10b1b334-1db7-4454-9470-d81387e3839f" providerId="AD" clId="Web-{5AD6B760-9C0B-E719-844D-2F743DEE209F}" dt="2025-03-10T17:56:17.362" v="484"/>
        <pc:sldMkLst>
          <pc:docMk/>
          <pc:sldMk cId="2532925760" sldId="315"/>
        </pc:sldMkLst>
        <pc:spChg chg="mod">
          <ac:chgData name="Vachas Ketan Shah" userId="S::vachas.shah@accionlabs.com::10b1b334-1db7-4454-9470-d81387e3839f" providerId="AD" clId="Web-{5AD6B760-9C0B-E719-844D-2F743DEE209F}" dt="2025-03-10T17:55:55.596" v="479" actId="20577"/>
          <ac:spMkLst>
            <pc:docMk/>
            <pc:sldMk cId="2532925760" sldId="315"/>
            <ac:spMk id="2" creationId="{66DB2E14-A8E5-C3FC-E1E7-3011BBA392AA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7:56:17.362" v="484"/>
          <ac:spMkLst>
            <pc:docMk/>
            <pc:sldMk cId="2532925760" sldId="315"/>
            <ac:spMk id="3" creationId="{94A2BAF1-6A33-45E5-6711-334EB957A381}"/>
          </ac:spMkLst>
        </pc:spChg>
      </pc:sldChg>
      <pc:sldChg chg="modSp new">
        <pc:chgData name="Vachas Ketan Shah" userId="S::vachas.shah@accionlabs.com::10b1b334-1db7-4454-9470-d81387e3839f" providerId="AD" clId="Web-{5AD6B760-9C0B-E719-844D-2F743DEE209F}" dt="2025-03-10T17:57:22.910" v="494"/>
        <pc:sldMkLst>
          <pc:docMk/>
          <pc:sldMk cId="1699651776" sldId="316"/>
        </pc:sldMkLst>
        <pc:spChg chg="mod">
          <ac:chgData name="Vachas Ketan Shah" userId="S::vachas.shah@accionlabs.com::10b1b334-1db7-4454-9470-d81387e3839f" providerId="AD" clId="Web-{5AD6B760-9C0B-E719-844D-2F743DEE209F}" dt="2025-03-10T17:57:16.660" v="491" actId="20577"/>
          <ac:spMkLst>
            <pc:docMk/>
            <pc:sldMk cId="1699651776" sldId="316"/>
            <ac:spMk id="2" creationId="{39301076-1712-F4B3-17B8-BCB7A02C31F2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7:57:22.910" v="494"/>
          <ac:spMkLst>
            <pc:docMk/>
            <pc:sldMk cId="1699651776" sldId="316"/>
            <ac:spMk id="3" creationId="{C402F54D-D82C-95AD-EE0B-659ADA10D1E6}"/>
          </ac:spMkLst>
        </pc:spChg>
      </pc:sldChg>
      <pc:sldChg chg="addSp delSp modSp new ord">
        <pc:chgData name="Vachas Ketan Shah" userId="S::vachas.shah@accionlabs.com::10b1b334-1db7-4454-9470-d81387e3839f" providerId="AD" clId="Web-{5AD6B760-9C0B-E719-844D-2F743DEE209F}" dt="2025-03-10T18:20:29.530" v="867" actId="1076"/>
        <pc:sldMkLst>
          <pc:docMk/>
          <pc:sldMk cId="2162753914" sldId="317"/>
        </pc:sldMkLst>
        <pc:spChg chg="mod">
          <ac:chgData name="Vachas Ketan Shah" userId="S::vachas.shah@accionlabs.com::10b1b334-1db7-4454-9470-d81387e3839f" providerId="AD" clId="Web-{5AD6B760-9C0B-E719-844D-2F743DEE209F}" dt="2025-03-10T18:08:39.079" v="637" actId="20577"/>
          <ac:spMkLst>
            <pc:docMk/>
            <pc:sldMk cId="2162753914" sldId="317"/>
            <ac:spMk id="2" creationId="{34FD7F6F-6F2A-A601-AEFE-CE5B086DA88B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8:05:04.700" v="597" actId="20577"/>
          <ac:spMkLst>
            <pc:docMk/>
            <pc:sldMk cId="2162753914" sldId="317"/>
            <ac:spMk id="3" creationId="{DB840E27-B0A6-37A1-AC80-A91D72084748}"/>
          </ac:spMkLst>
        </pc:spChg>
        <pc:graphicFrameChg chg="add del mod modGraphic">
          <ac:chgData name="Vachas Ketan Shah" userId="S::vachas.shah@accionlabs.com::10b1b334-1db7-4454-9470-d81387e3839f" providerId="AD" clId="Web-{5AD6B760-9C0B-E719-844D-2F743DEE209F}" dt="2025-03-10T18:08:20.798" v="612"/>
          <ac:graphicFrameMkLst>
            <pc:docMk/>
            <pc:sldMk cId="2162753914" sldId="317"/>
            <ac:graphicFrameMk id="5" creationId="{F6ACE709-69B6-FDD8-86A3-BEBB11FD2DA4}"/>
          </ac:graphicFrameMkLst>
        </pc:graphicFrameChg>
        <pc:graphicFrameChg chg="add mod modGraphic">
          <ac:chgData name="Vachas Ketan Shah" userId="S::vachas.shah@accionlabs.com::10b1b334-1db7-4454-9470-d81387e3839f" providerId="AD" clId="Web-{5AD6B760-9C0B-E719-844D-2F743DEE209F}" dt="2025-03-10T18:20:29.530" v="867" actId="1076"/>
          <ac:graphicFrameMkLst>
            <pc:docMk/>
            <pc:sldMk cId="2162753914" sldId="317"/>
            <ac:graphicFrameMk id="3961" creationId="{F6ACE709-69B6-FDD8-86A3-BEBB11FD2DA4}"/>
          </ac:graphicFrameMkLst>
        </pc:graphicFrameChg>
      </pc:sldChg>
      <pc:sldChg chg="addSp delSp modSp new mod modClrScheme chgLayout">
        <pc:chgData name="Vachas Ketan Shah" userId="S::vachas.shah@accionlabs.com::10b1b334-1db7-4454-9470-d81387e3839f" providerId="AD" clId="Web-{5AD6B760-9C0B-E719-844D-2F743DEE209F}" dt="2025-03-10T18:11:43.067" v="758" actId="20577"/>
        <pc:sldMkLst>
          <pc:docMk/>
          <pc:sldMk cId="2480840606" sldId="318"/>
        </pc:sldMkLst>
        <pc:spChg chg="del">
          <ac:chgData name="Vachas Ketan Shah" userId="S::vachas.shah@accionlabs.com::10b1b334-1db7-4454-9470-d81387e3839f" providerId="AD" clId="Web-{5AD6B760-9C0B-E719-844D-2F743DEE209F}" dt="2025-03-10T18:11:00.676" v="682"/>
          <ac:spMkLst>
            <pc:docMk/>
            <pc:sldMk cId="2480840606" sldId="318"/>
            <ac:spMk id="2" creationId="{A0B65263-A8BB-F5FD-3775-F37569DCC740}"/>
          </ac:spMkLst>
        </pc:spChg>
        <pc:spChg chg="add del">
          <ac:chgData name="Vachas Ketan Shah" userId="S::vachas.shah@accionlabs.com::10b1b334-1db7-4454-9470-d81387e3839f" providerId="AD" clId="Web-{5AD6B760-9C0B-E719-844D-2F743DEE209F}" dt="2025-03-10T18:10:49.879" v="681"/>
          <ac:spMkLst>
            <pc:docMk/>
            <pc:sldMk cId="2480840606" sldId="318"/>
            <ac:spMk id="3" creationId="{A9B11030-481D-B437-2C3A-969B9DA7EA7A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8:11:00.676" v="682"/>
          <ac:spMkLst>
            <pc:docMk/>
            <pc:sldMk cId="2480840606" sldId="318"/>
            <ac:spMk id="4" creationId="{4F66F247-7B6F-0643-6982-5F2206312894}"/>
          </ac:spMkLst>
        </pc:spChg>
        <pc:spChg chg="add mod">
          <ac:chgData name="Vachas Ketan Shah" userId="S::vachas.shah@accionlabs.com::10b1b334-1db7-4454-9470-d81387e3839f" providerId="AD" clId="Web-{5AD6B760-9C0B-E719-844D-2F743DEE209F}" dt="2025-03-10T18:11:43.067" v="758" actId="20577"/>
          <ac:spMkLst>
            <pc:docMk/>
            <pc:sldMk cId="2480840606" sldId="318"/>
            <ac:spMk id="51" creationId="{470C2EE0-ECD8-6DAE-9016-5EBB95082999}"/>
          </ac:spMkLst>
        </pc:spChg>
        <pc:graphicFrameChg chg="add del mod ord modGraphic">
          <ac:chgData name="Vachas Ketan Shah" userId="S::vachas.shah@accionlabs.com::10b1b334-1db7-4454-9470-d81387e3839f" providerId="AD" clId="Web-{5AD6B760-9C0B-E719-844D-2F743DEE209F}" dt="2025-03-10T18:09:28.330" v="660"/>
          <ac:graphicFrameMkLst>
            <pc:docMk/>
            <pc:sldMk cId="2480840606" sldId="318"/>
            <ac:graphicFrameMk id="6" creationId="{FA4C1FA4-4C2F-D99B-852E-997446543BA6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09:28.330" v="659"/>
          <ac:graphicFrameMkLst>
            <pc:docMk/>
            <pc:sldMk cId="2480840606" sldId="318"/>
            <ac:graphicFrameMk id="8" creationId="{EBFBF478-B2AE-0EBF-EACF-95DA1696673E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09:28.314" v="658"/>
          <ac:graphicFrameMkLst>
            <pc:docMk/>
            <pc:sldMk cId="2480840606" sldId="318"/>
            <ac:graphicFrameMk id="10" creationId="{A72EC3F3-2B66-A540-F9E3-7EF64E7921FF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09:28.314" v="657"/>
          <ac:graphicFrameMkLst>
            <pc:docMk/>
            <pc:sldMk cId="2480840606" sldId="318"/>
            <ac:graphicFrameMk id="12" creationId="{9AF188B1-B544-2445-7CCF-B71CBBD21991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09:28.314" v="656"/>
          <ac:graphicFrameMkLst>
            <pc:docMk/>
            <pc:sldMk cId="2480840606" sldId="318"/>
            <ac:graphicFrameMk id="14" creationId="{067C1982-A954-E672-14DA-15A05DD82706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09:28.314" v="655"/>
          <ac:graphicFrameMkLst>
            <pc:docMk/>
            <pc:sldMk cId="2480840606" sldId="318"/>
            <ac:graphicFrameMk id="16" creationId="{722031D1-15A1-398F-B92B-DBA9A0BAAD96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09:28.314" v="654"/>
          <ac:graphicFrameMkLst>
            <pc:docMk/>
            <pc:sldMk cId="2480840606" sldId="318"/>
            <ac:graphicFrameMk id="18" creationId="{42CB4A6C-01E2-3C1C-1AA6-48C08ED08A78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09:28.314" v="653"/>
          <ac:graphicFrameMkLst>
            <pc:docMk/>
            <pc:sldMk cId="2480840606" sldId="318"/>
            <ac:graphicFrameMk id="20" creationId="{542297AA-07FC-8F81-A79B-79A350980A37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09:28.314" v="652"/>
          <ac:graphicFrameMkLst>
            <pc:docMk/>
            <pc:sldMk cId="2480840606" sldId="318"/>
            <ac:graphicFrameMk id="22" creationId="{186F5332-991A-4231-634C-20038DA8C865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09:28.314" v="651"/>
          <ac:graphicFrameMkLst>
            <pc:docMk/>
            <pc:sldMk cId="2480840606" sldId="318"/>
            <ac:graphicFrameMk id="24" creationId="{3E0DD92F-2557-F723-423C-DCA9ADABD2A8}"/>
          </ac:graphicFrameMkLst>
        </pc:graphicFrameChg>
        <pc:graphicFrameChg chg="add del mod ord modGraphic">
          <ac:chgData name="Vachas Ketan Shah" userId="S::vachas.shah@accionlabs.com::10b1b334-1db7-4454-9470-d81387e3839f" providerId="AD" clId="Web-{5AD6B760-9C0B-E719-844D-2F743DEE209F}" dt="2025-03-10T18:10:43.285" v="680"/>
          <ac:graphicFrameMkLst>
            <pc:docMk/>
            <pc:sldMk cId="2480840606" sldId="318"/>
            <ac:graphicFrameMk id="26" creationId="{61DF98A2-1306-53E8-AD5E-AE486B1AEC83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10:43.285" v="679"/>
          <ac:graphicFrameMkLst>
            <pc:docMk/>
            <pc:sldMk cId="2480840606" sldId="318"/>
            <ac:graphicFrameMk id="28" creationId="{F082332C-7CF2-A57D-01FB-ABE3EF291243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10:43.285" v="678"/>
          <ac:graphicFrameMkLst>
            <pc:docMk/>
            <pc:sldMk cId="2480840606" sldId="318"/>
            <ac:graphicFrameMk id="30" creationId="{2C910525-5D20-5A07-455F-70631DA189FD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10:43.285" v="677"/>
          <ac:graphicFrameMkLst>
            <pc:docMk/>
            <pc:sldMk cId="2480840606" sldId="318"/>
            <ac:graphicFrameMk id="32" creationId="{FA95B93F-534A-6DD7-3941-1BC06413F401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10:43.285" v="676"/>
          <ac:graphicFrameMkLst>
            <pc:docMk/>
            <pc:sldMk cId="2480840606" sldId="318"/>
            <ac:graphicFrameMk id="34" creationId="{1C0E4019-9760-3963-2860-C7D06E36F860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10:43.285" v="675"/>
          <ac:graphicFrameMkLst>
            <pc:docMk/>
            <pc:sldMk cId="2480840606" sldId="318"/>
            <ac:graphicFrameMk id="36" creationId="{88406E3A-8793-DFE7-0FD7-114F440D54B1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10:43.285" v="674"/>
          <ac:graphicFrameMkLst>
            <pc:docMk/>
            <pc:sldMk cId="2480840606" sldId="318"/>
            <ac:graphicFrameMk id="38" creationId="{FE6D1DF0-EBD2-AEF4-0346-D0E0BDF64741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10:43.285" v="673"/>
          <ac:graphicFrameMkLst>
            <pc:docMk/>
            <pc:sldMk cId="2480840606" sldId="318"/>
            <ac:graphicFrameMk id="40" creationId="{2461F787-B10B-8F28-ACF9-D25019203CBE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10:43.285" v="672"/>
          <ac:graphicFrameMkLst>
            <pc:docMk/>
            <pc:sldMk cId="2480840606" sldId="318"/>
            <ac:graphicFrameMk id="42" creationId="{F49DF936-D15A-B249-05E6-F48EE86A289B}"/>
          </ac:graphicFrameMkLst>
        </pc:graphicFrameChg>
        <pc:graphicFrameChg chg="add del mod">
          <ac:chgData name="Vachas Ketan Shah" userId="S::vachas.shah@accionlabs.com::10b1b334-1db7-4454-9470-d81387e3839f" providerId="AD" clId="Web-{5AD6B760-9C0B-E719-844D-2F743DEE209F}" dt="2025-03-10T18:10:43.285" v="671"/>
          <ac:graphicFrameMkLst>
            <pc:docMk/>
            <pc:sldMk cId="2480840606" sldId="318"/>
            <ac:graphicFrameMk id="44" creationId="{D7BC2CBF-7E8A-3126-BB4C-05D3825DC9DF}"/>
          </ac:graphicFrameMkLst>
        </pc:graphicFrameChg>
        <pc:graphicFrameChg chg="add mod ord modGraphic">
          <ac:chgData name="Vachas Ketan Shah" userId="S::vachas.shah@accionlabs.com::10b1b334-1db7-4454-9470-d81387e3839f" providerId="AD" clId="Web-{5AD6B760-9C0B-E719-844D-2F743DEE209F}" dt="2025-03-10T18:11:19.410" v="745"/>
          <ac:graphicFrameMkLst>
            <pc:docMk/>
            <pc:sldMk cId="2480840606" sldId="318"/>
            <ac:graphicFrameMk id="46" creationId="{504832D2-EEEE-AFC4-8911-D10B63E56A64}"/>
          </ac:graphicFrameMkLst>
        </pc:graphicFrameChg>
      </pc:sldChg>
      <pc:sldChg chg="addSp delSp modSp new mod modClrScheme chgLayout">
        <pc:chgData name="Vachas Ketan Shah" userId="S::vachas.shah@accionlabs.com::10b1b334-1db7-4454-9470-d81387e3839f" providerId="AD" clId="Web-{5AD6B760-9C0B-E719-844D-2F743DEE209F}" dt="2025-03-10T18:13:12.037" v="818" actId="1076"/>
        <pc:sldMkLst>
          <pc:docMk/>
          <pc:sldMk cId="2226751230" sldId="319"/>
        </pc:sldMkLst>
        <pc:spChg chg="del">
          <ac:chgData name="Vachas Ketan Shah" userId="S::vachas.shah@accionlabs.com::10b1b334-1db7-4454-9470-d81387e3839f" providerId="AD" clId="Web-{5AD6B760-9C0B-E719-844D-2F743DEE209F}" dt="2025-03-10T18:12:28.333" v="761"/>
          <ac:spMkLst>
            <pc:docMk/>
            <pc:sldMk cId="2226751230" sldId="319"/>
            <ac:spMk id="2" creationId="{5807A409-50B4-C2DA-424C-6A3918E7DA97}"/>
          </ac:spMkLst>
        </pc:spChg>
        <pc:spChg chg="del">
          <ac:chgData name="Vachas Ketan Shah" userId="S::vachas.shah@accionlabs.com::10b1b334-1db7-4454-9470-d81387e3839f" providerId="AD" clId="Web-{5AD6B760-9C0B-E719-844D-2F743DEE209F}" dt="2025-03-10T18:12:17.755" v="760"/>
          <ac:spMkLst>
            <pc:docMk/>
            <pc:sldMk cId="2226751230" sldId="319"/>
            <ac:spMk id="3" creationId="{1F35403E-493D-C5B7-EF4A-1C833F182105}"/>
          </ac:spMkLst>
        </pc:spChg>
        <pc:spChg chg="mod">
          <ac:chgData name="Vachas Ketan Shah" userId="S::vachas.shah@accionlabs.com::10b1b334-1db7-4454-9470-d81387e3839f" providerId="AD" clId="Web-{5AD6B760-9C0B-E719-844D-2F743DEE209F}" dt="2025-03-10T18:12:28.333" v="761"/>
          <ac:spMkLst>
            <pc:docMk/>
            <pc:sldMk cId="2226751230" sldId="319"/>
            <ac:spMk id="4" creationId="{72D317F5-A46D-FF73-CE61-4E99386A4982}"/>
          </ac:spMkLst>
        </pc:spChg>
        <pc:spChg chg="add mod">
          <ac:chgData name="Vachas Ketan Shah" userId="S::vachas.shah@accionlabs.com::10b1b334-1db7-4454-9470-d81387e3839f" providerId="AD" clId="Web-{5AD6B760-9C0B-E719-844D-2F743DEE209F}" dt="2025-03-10T18:13:05.803" v="817" actId="20577"/>
          <ac:spMkLst>
            <pc:docMk/>
            <pc:sldMk cId="2226751230" sldId="319"/>
            <ac:spMk id="11" creationId="{20EFFAFE-A82F-A012-C64E-AD360A109143}"/>
          </ac:spMkLst>
        </pc:spChg>
        <pc:graphicFrameChg chg="add mod ord modGraphic">
          <ac:chgData name="Vachas Ketan Shah" userId="S::vachas.shah@accionlabs.com::10b1b334-1db7-4454-9470-d81387e3839f" providerId="AD" clId="Web-{5AD6B760-9C0B-E719-844D-2F743DEE209F}" dt="2025-03-10T18:13:12.037" v="818" actId="1076"/>
          <ac:graphicFrameMkLst>
            <pc:docMk/>
            <pc:sldMk cId="2226751230" sldId="319"/>
            <ac:graphicFrameMk id="6" creationId="{F1197A07-2801-26F9-B505-A7A8775ABC2E}"/>
          </ac:graphicFrameMkLst>
        </pc:graphicFrameChg>
      </pc:sldChg>
      <pc:sldChg chg="addSp delSp modSp new ord">
        <pc:chgData name="Vachas Ketan Shah" userId="S::vachas.shah@accionlabs.com::10b1b334-1db7-4454-9470-d81387e3839f" providerId="AD" clId="Web-{5AD6B760-9C0B-E719-844D-2F743DEE209F}" dt="2025-03-10T18:19:48.779" v="862"/>
        <pc:sldMkLst>
          <pc:docMk/>
          <pc:sldMk cId="4147621038" sldId="320"/>
        </pc:sldMkLst>
        <pc:spChg chg="mod">
          <ac:chgData name="Vachas Ketan Shah" userId="S::vachas.shah@accionlabs.com::10b1b334-1db7-4454-9470-d81387e3839f" providerId="AD" clId="Web-{5AD6B760-9C0B-E719-844D-2F743DEE209F}" dt="2025-03-10T18:16:32.057" v="834" actId="20577"/>
          <ac:spMkLst>
            <pc:docMk/>
            <pc:sldMk cId="4147621038" sldId="320"/>
            <ac:spMk id="2" creationId="{3CC5A0C6-E7B2-F24A-C153-87ACB34905C6}"/>
          </ac:spMkLst>
        </pc:spChg>
        <pc:spChg chg="del">
          <ac:chgData name="Vachas Ketan Shah" userId="S::vachas.shah@accionlabs.com::10b1b334-1db7-4454-9470-d81387e3839f" providerId="AD" clId="Web-{5AD6B760-9C0B-E719-844D-2F743DEE209F}" dt="2025-03-10T18:16:14.322" v="820"/>
          <ac:spMkLst>
            <pc:docMk/>
            <pc:sldMk cId="4147621038" sldId="320"/>
            <ac:spMk id="3" creationId="{C2FD0741-D205-C966-2A27-E8D9F10749E4}"/>
          </ac:spMkLst>
        </pc:spChg>
        <pc:picChg chg="add mod ord">
          <ac:chgData name="Vachas Ketan Shah" userId="S::vachas.shah@accionlabs.com::10b1b334-1db7-4454-9470-d81387e3839f" providerId="AD" clId="Web-{5AD6B760-9C0B-E719-844D-2F743DEE209F}" dt="2025-03-10T18:17:18.854" v="838" actId="1076"/>
          <ac:picMkLst>
            <pc:docMk/>
            <pc:sldMk cId="4147621038" sldId="320"/>
            <ac:picMk id="5" creationId="{31789E9A-FEF4-0D20-DA8F-420CB58AE75E}"/>
          </ac:picMkLst>
        </pc:picChg>
      </pc:sldChg>
      <pc:sldChg chg="addSp delSp modSp new">
        <pc:chgData name="Vachas Ketan Shah" userId="S::vachas.shah@accionlabs.com::10b1b334-1db7-4454-9470-d81387e3839f" providerId="AD" clId="Web-{5AD6B760-9C0B-E719-844D-2F743DEE209F}" dt="2025-03-10T18:19:02.575" v="861" actId="14100"/>
        <pc:sldMkLst>
          <pc:docMk/>
          <pc:sldMk cId="2067352579" sldId="321"/>
        </pc:sldMkLst>
        <pc:spChg chg="mod">
          <ac:chgData name="Vachas Ketan Shah" userId="S::vachas.shah@accionlabs.com::10b1b334-1db7-4454-9470-d81387e3839f" providerId="AD" clId="Web-{5AD6B760-9C0B-E719-844D-2F743DEE209F}" dt="2025-03-10T18:18:11.543" v="853" actId="20577"/>
          <ac:spMkLst>
            <pc:docMk/>
            <pc:sldMk cId="2067352579" sldId="321"/>
            <ac:spMk id="2" creationId="{6FD2E599-DB7F-45A3-76B7-9A056EE07C74}"/>
          </ac:spMkLst>
        </pc:spChg>
        <pc:spChg chg="del">
          <ac:chgData name="Vachas Ketan Shah" userId="S::vachas.shah@accionlabs.com::10b1b334-1db7-4454-9470-d81387e3839f" providerId="AD" clId="Web-{5AD6B760-9C0B-E719-844D-2F743DEE209F}" dt="2025-03-10T18:18:16.012" v="854"/>
          <ac:spMkLst>
            <pc:docMk/>
            <pc:sldMk cId="2067352579" sldId="321"/>
            <ac:spMk id="3" creationId="{8ED624F9-44B8-DA56-F6F8-A5446E9088D3}"/>
          </ac:spMkLst>
        </pc:spChg>
        <pc:picChg chg="add mod ord">
          <ac:chgData name="Vachas Ketan Shah" userId="S::vachas.shah@accionlabs.com::10b1b334-1db7-4454-9470-d81387e3839f" providerId="AD" clId="Web-{5AD6B760-9C0B-E719-844D-2F743DEE209F}" dt="2025-03-10T18:19:02.575" v="861" actId="14100"/>
          <ac:picMkLst>
            <pc:docMk/>
            <pc:sldMk cId="2067352579" sldId="321"/>
            <ac:picMk id="5" creationId="{F02494E4-FDCD-7F2F-84E1-B70B7715F330}"/>
          </ac:picMkLst>
        </pc:picChg>
      </pc:sldChg>
    </pc:docChg>
  </pc:docChgLst>
  <pc:docChgLst>
    <pc:chgData name="Vachas Ketan Shah" userId="S::vachas.shah@accionlabs.com::10b1b334-1db7-4454-9470-d81387e3839f" providerId="AD" clId="Web-{0701269B-EB6B-581D-C62A-E7171D1E525E}"/>
    <pc:docChg chg="addSld modSld">
      <pc:chgData name="Vachas Ketan Shah" userId="S::vachas.shah@accionlabs.com::10b1b334-1db7-4454-9470-d81387e3839f" providerId="AD" clId="Web-{0701269B-EB6B-581D-C62A-E7171D1E525E}" dt="2025-03-12T17:27:40.708" v="51" actId="20577"/>
      <pc:docMkLst>
        <pc:docMk/>
      </pc:docMkLst>
      <pc:sldChg chg="addSp delSp modSp new">
        <pc:chgData name="Vachas Ketan Shah" userId="S::vachas.shah@accionlabs.com::10b1b334-1db7-4454-9470-d81387e3839f" providerId="AD" clId="Web-{0701269B-EB6B-581D-C62A-E7171D1E525E}" dt="2025-03-12T17:27:40.708" v="51" actId="20577"/>
        <pc:sldMkLst>
          <pc:docMk/>
          <pc:sldMk cId="749787431" sldId="322"/>
        </pc:sldMkLst>
        <pc:spChg chg="mod">
          <ac:chgData name="Vachas Ketan Shah" userId="S::vachas.shah@accionlabs.com::10b1b334-1db7-4454-9470-d81387e3839f" providerId="AD" clId="Web-{0701269B-EB6B-581D-C62A-E7171D1E525E}" dt="2025-03-12T16:28:32.786" v="14" actId="20577"/>
          <ac:spMkLst>
            <pc:docMk/>
            <pc:sldMk cId="749787431" sldId="322"/>
            <ac:spMk id="2" creationId="{F0F4CE89-92D2-954C-EA84-64B32EA11DDC}"/>
          </ac:spMkLst>
        </pc:spChg>
        <pc:spChg chg="del">
          <ac:chgData name="Vachas Ketan Shah" userId="S::vachas.shah@accionlabs.com::10b1b334-1db7-4454-9470-d81387e3839f" providerId="AD" clId="Web-{0701269B-EB6B-581D-C62A-E7171D1E525E}" dt="2025-03-12T16:30:35.554" v="15"/>
          <ac:spMkLst>
            <pc:docMk/>
            <pc:sldMk cId="749787431" sldId="322"/>
            <ac:spMk id="3" creationId="{59216B93-4CE6-F20C-A446-315815F0957B}"/>
          </ac:spMkLst>
        </pc:spChg>
        <pc:graphicFrameChg chg="add mod ord modGraphic">
          <ac:chgData name="Vachas Ketan Shah" userId="S::vachas.shah@accionlabs.com::10b1b334-1db7-4454-9470-d81387e3839f" providerId="AD" clId="Web-{0701269B-EB6B-581D-C62A-E7171D1E525E}" dt="2025-03-12T17:27:40.708" v="51" actId="20577"/>
          <ac:graphicFrameMkLst>
            <pc:docMk/>
            <pc:sldMk cId="749787431" sldId="322"/>
            <ac:graphicFrameMk id="5" creationId="{6BCF0B3D-BB06-6ECD-914E-A243629C97E3}"/>
          </ac:graphicFrameMkLst>
        </pc:graphicFrameChg>
      </pc:sldChg>
    </pc:docChg>
  </pc:docChgLst>
  <pc:docChgLst>
    <pc:chgData name="Vachas Ketan Shah" userId="S::vachas.shah@accionlabs.com::10b1b334-1db7-4454-9470-d81387e3839f" providerId="AD" clId="Web-{0AA467F4-9AF6-EFEA-0476-D73650959555}"/>
    <pc:docChg chg="modSld">
      <pc:chgData name="Vachas Ketan Shah" userId="S::vachas.shah@accionlabs.com::10b1b334-1db7-4454-9470-d81387e3839f" providerId="AD" clId="Web-{0AA467F4-9AF6-EFEA-0476-D73650959555}" dt="2025-03-11T06:39:47.245" v="123" actId="20577"/>
      <pc:docMkLst>
        <pc:docMk/>
      </pc:docMkLst>
      <pc:sldChg chg="modSp">
        <pc:chgData name="Vachas Ketan Shah" userId="S::vachas.shah@accionlabs.com::10b1b334-1db7-4454-9470-d81387e3839f" providerId="AD" clId="Web-{0AA467F4-9AF6-EFEA-0476-D73650959555}" dt="2025-03-11T06:39:47.245" v="123" actId="20577"/>
        <pc:sldMkLst>
          <pc:docMk/>
          <pc:sldMk cId="2195216658" sldId="312"/>
        </pc:sldMkLst>
        <pc:spChg chg="mod">
          <ac:chgData name="Vachas Ketan Shah" userId="S::vachas.shah@accionlabs.com::10b1b334-1db7-4454-9470-d81387e3839f" providerId="AD" clId="Web-{0AA467F4-9AF6-EFEA-0476-D73650959555}" dt="2025-03-11T06:39:47.245" v="123" actId="20577"/>
          <ac:spMkLst>
            <pc:docMk/>
            <pc:sldMk cId="2195216658" sldId="312"/>
            <ac:spMk id="3" creationId="{F0C59412-DECF-060F-4E28-01A8F34471EA}"/>
          </ac:spMkLst>
        </pc:spChg>
      </pc:sldChg>
      <pc:sldChg chg="modSp">
        <pc:chgData name="Vachas Ketan Shah" userId="S::vachas.shah@accionlabs.com::10b1b334-1db7-4454-9470-d81387e3839f" providerId="AD" clId="Web-{0AA467F4-9AF6-EFEA-0476-D73650959555}" dt="2025-03-11T04:58:54.035" v="1" actId="20577"/>
        <pc:sldMkLst>
          <pc:docMk/>
          <pc:sldMk cId="2162753914" sldId="317"/>
        </pc:sldMkLst>
        <pc:graphicFrameChg chg="modGraphic">
          <ac:chgData name="Vachas Ketan Shah" userId="S::vachas.shah@accionlabs.com::10b1b334-1db7-4454-9470-d81387e3839f" providerId="AD" clId="Web-{0AA467F4-9AF6-EFEA-0476-D73650959555}" dt="2025-03-11T04:58:54.035" v="1" actId="20577"/>
          <ac:graphicFrameMkLst>
            <pc:docMk/>
            <pc:sldMk cId="2162753914" sldId="317"/>
            <ac:graphicFrameMk id="3961" creationId="{F6ACE709-69B6-FDD8-86A3-BEBB11FD2DA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2E9B4D-710D-43DA-8789-4802028B4F4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1CBA7E-FA20-4290-9FD2-B8E7414F0D36}">
      <dgm:prSet phldrT="[Text]" phldr="0"/>
      <dgm:spPr/>
      <dgm:t>
        <a:bodyPr/>
        <a:lstStyle/>
        <a:p>
          <a:pPr rtl="0"/>
          <a:r>
            <a:rPr lang="en-US" dirty="0">
              <a:latin typeface="Aptos"/>
            </a:rPr>
            <a:t>Ads Campaign</a:t>
          </a:r>
          <a:endParaRPr lang="en-US" dirty="0"/>
        </a:p>
      </dgm:t>
    </dgm:pt>
    <dgm:pt modelId="{C8BB0EE2-D42C-47D1-ADBA-CCAB7348A1B3}" type="parTrans" cxnId="{11017A6C-B177-43A3-9ECA-1BC222633F73}">
      <dgm:prSet/>
      <dgm:spPr/>
      <dgm:t>
        <a:bodyPr/>
        <a:lstStyle/>
        <a:p>
          <a:endParaRPr lang="en-US"/>
        </a:p>
      </dgm:t>
    </dgm:pt>
    <dgm:pt modelId="{B8DC1C7E-E121-45DD-97CD-43B547618412}" type="sibTrans" cxnId="{11017A6C-B177-43A3-9ECA-1BC222633F73}">
      <dgm:prSet/>
      <dgm:spPr/>
      <dgm:t>
        <a:bodyPr/>
        <a:lstStyle/>
        <a:p>
          <a:endParaRPr lang="en-US"/>
        </a:p>
      </dgm:t>
    </dgm:pt>
    <dgm:pt modelId="{1614AD26-8E14-4C80-B9DF-BE9E313C4A48}">
      <dgm:prSet phldrT="[Text]" phldr="0"/>
      <dgm:spPr/>
      <dgm:t>
        <a:bodyPr/>
        <a:lstStyle/>
        <a:p>
          <a:r>
            <a:rPr lang="en-US" dirty="0">
              <a:latin typeface="Aptos"/>
            </a:rPr>
            <a:t>Suppliers</a:t>
          </a:r>
          <a:endParaRPr lang="en-US" dirty="0"/>
        </a:p>
      </dgm:t>
    </dgm:pt>
    <dgm:pt modelId="{4BB608B1-D792-4525-800E-609AB462EBF4}" type="parTrans" cxnId="{189A84C3-9E1B-43AD-A7D5-600D80E27B06}">
      <dgm:prSet/>
      <dgm:spPr/>
      <dgm:t>
        <a:bodyPr/>
        <a:lstStyle/>
        <a:p>
          <a:endParaRPr lang="en-US"/>
        </a:p>
      </dgm:t>
    </dgm:pt>
    <dgm:pt modelId="{1E8F7DF7-2EE7-41B7-869D-2CCE65630A06}" type="sibTrans" cxnId="{189A84C3-9E1B-43AD-A7D5-600D80E27B06}">
      <dgm:prSet/>
      <dgm:spPr/>
      <dgm:t>
        <a:bodyPr/>
        <a:lstStyle/>
        <a:p>
          <a:endParaRPr lang="en-US"/>
        </a:p>
      </dgm:t>
    </dgm:pt>
    <dgm:pt modelId="{41743DC6-9B09-4905-8660-C1CDF8108EBF}">
      <dgm:prSet phldrT="[Text]" phldr="0"/>
      <dgm:spPr/>
      <dgm:t>
        <a:bodyPr/>
        <a:lstStyle/>
        <a:p>
          <a:pPr rtl="0"/>
          <a:r>
            <a:rPr lang="en-US" dirty="0">
              <a:latin typeface="Aptos"/>
            </a:rPr>
            <a:t>How the ads benefits suppliers?</a:t>
          </a:r>
        </a:p>
      </dgm:t>
    </dgm:pt>
    <dgm:pt modelId="{28BF41F2-191D-4E0A-AD19-921EA99EB202}" type="parTrans" cxnId="{BF4120A8-C0B0-4C78-8166-9088343CB111}">
      <dgm:prSet/>
      <dgm:spPr/>
      <dgm:t>
        <a:bodyPr/>
        <a:lstStyle/>
        <a:p>
          <a:endParaRPr lang="en-US"/>
        </a:p>
      </dgm:t>
    </dgm:pt>
    <dgm:pt modelId="{7A2A35CE-80D6-44D9-9C2F-B77F2A22F465}" type="sibTrans" cxnId="{BF4120A8-C0B0-4C78-8166-9088343CB111}">
      <dgm:prSet/>
      <dgm:spPr/>
      <dgm:t>
        <a:bodyPr/>
        <a:lstStyle/>
        <a:p>
          <a:endParaRPr lang="en-US"/>
        </a:p>
      </dgm:t>
    </dgm:pt>
    <dgm:pt modelId="{D0181943-AEA9-4997-B3C6-B76068DF8872}">
      <dgm:prSet phldrT="[Text]" phldr="0"/>
      <dgm:spPr/>
      <dgm:t>
        <a:bodyPr/>
        <a:lstStyle/>
        <a:p>
          <a:pPr rtl="0"/>
          <a:r>
            <a:rPr lang="en-US" dirty="0">
              <a:latin typeface="Aptos"/>
            </a:rPr>
            <a:t>Big Bazaar</a:t>
          </a:r>
          <a:endParaRPr lang="en-US" dirty="0"/>
        </a:p>
      </dgm:t>
    </dgm:pt>
    <dgm:pt modelId="{D3C2F7AE-7726-4F36-B3C6-57FC20EA0D49}" type="parTrans" cxnId="{F2F09C6D-B760-4441-8990-D9244AEE0B9F}">
      <dgm:prSet/>
      <dgm:spPr/>
      <dgm:t>
        <a:bodyPr/>
        <a:lstStyle/>
        <a:p>
          <a:endParaRPr lang="en-US"/>
        </a:p>
      </dgm:t>
    </dgm:pt>
    <dgm:pt modelId="{AA8050A7-6537-41DB-A0F0-F76D85E7C914}" type="sibTrans" cxnId="{F2F09C6D-B760-4441-8990-D9244AEE0B9F}">
      <dgm:prSet/>
      <dgm:spPr/>
      <dgm:t>
        <a:bodyPr/>
        <a:lstStyle/>
        <a:p>
          <a:endParaRPr lang="en-US"/>
        </a:p>
      </dgm:t>
    </dgm:pt>
    <dgm:pt modelId="{279E26D2-A600-4696-B4F2-1ADAA4296FD8}">
      <dgm:prSet phldrT="[Text]" phldr="0"/>
      <dgm:spPr/>
      <dgm:t>
        <a:bodyPr/>
        <a:lstStyle/>
        <a:p>
          <a:pPr rtl="0"/>
          <a:r>
            <a:rPr lang="en-US" dirty="0">
              <a:latin typeface="Aptos"/>
            </a:rPr>
            <a:t>Why are this 10 suppliers preferred more than others?</a:t>
          </a:r>
          <a:endParaRPr lang="en-US" dirty="0"/>
        </a:p>
      </dgm:t>
    </dgm:pt>
    <dgm:pt modelId="{834C2EBC-DF3F-4A0F-A4AF-F14B4B7130BD}" type="parTrans" cxnId="{2AB789A2-CF9D-4A03-B7E2-5796679E31EC}">
      <dgm:prSet/>
      <dgm:spPr/>
      <dgm:t>
        <a:bodyPr/>
        <a:lstStyle/>
        <a:p>
          <a:endParaRPr lang="en-US"/>
        </a:p>
      </dgm:t>
    </dgm:pt>
    <dgm:pt modelId="{4388C8AE-143D-4C55-AA47-1AC165C7A2CB}" type="sibTrans" cxnId="{2AB789A2-CF9D-4A03-B7E2-5796679E31EC}">
      <dgm:prSet/>
      <dgm:spPr/>
      <dgm:t>
        <a:bodyPr/>
        <a:lstStyle/>
        <a:p>
          <a:endParaRPr lang="en-US"/>
        </a:p>
      </dgm:t>
    </dgm:pt>
    <dgm:pt modelId="{9C0B0B23-DFB1-41CE-AED5-B163BC87ADD4}">
      <dgm:prSet phldr="0"/>
      <dgm:spPr/>
      <dgm:t>
        <a:bodyPr/>
        <a:lstStyle/>
        <a:p>
          <a:pPr rtl="0"/>
          <a:r>
            <a:rPr lang="en-US" dirty="0">
              <a:latin typeface="Aptos"/>
            </a:rPr>
            <a:t>What are the possible ways to generate good outcomes?</a:t>
          </a:r>
          <a:endParaRPr lang="en-US" dirty="0"/>
        </a:p>
      </dgm:t>
    </dgm:pt>
    <dgm:pt modelId="{B503AAB9-E7A8-4174-9438-607E23A9955F}" type="parTrans" cxnId="{D03451A6-9802-4B60-9CC3-A39752272D62}">
      <dgm:prSet/>
      <dgm:spPr/>
    </dgm:pt>
    <dgm:pt modelId="{E3A6F2BA-6288-4E31-9410-5C4416A4B3E2}" type="sibTrans" cxnId="{D03451A6-9802-4B60-9CC3-A39752272D62}">
      <dgm:prSet/>
      <dgm:spPr/>
    </dgm:pt>
    <dgm:pt modelId="{5316CDB3-691F-44D2-9948-78B26899ACC9}">
      <dgm:prSet phldr="0"/>
      <dgm:spPr/>
      <dgm:t>
        <a:bodyPr/>
        <a:lstStyle/>
        <a:p>
          <a:pPr rtl="0"/>
          <a:r>
            <a:rPr lang="en-US" dirty="0">
              <a:latin typeface="Aptos"/>
            </a:rPr>
            <a:t>What if it doesn't work?</a:t>
          </a:r>
        </a:p>
      </dgm:t>
    </dgm:pt>
    <dgm:pt modelId="{BFCBA504-41A1-4FD4-8F7C-7A2FCECF08C4}" type="parTrans" cxnId="{D769D207-6EEF-4193-9108-083EDF259C57}">
      <dgm:prSet/>
      <dgm:spPr/>
    </dgm:pt>
    <dgm:pt modelId="{DFC5383C-7ABB-4925-8127-7FA0558CF421}" type="sibTrans" cxnId="{D769D207-6EEF-4193-9108-083EDF259C57}">
      <dgm:prSet/>
      <dgm:spPr/>
    </dgm:pt>
    <dgm:pt modelId="{C23D5D3B-DB56-4A55-BD2A-12CA2A7105F0}">
      <dgm:prSet phldr="0"/>
      <dgm:spPr/>
      <dgm:t>
        <a:bodyPr/>
        <a:lstStyle/>
        <a:p>
          <a:pPr rtl="0"/>
          <a:r>
            <a:rPr lang="en-US" dirty="0">
              <a:latin typeface="Aptos"/>
            </a:rPr>
            <a:t>What is the major factor which can lead me to more sales and how advertise does that?</a:t>
          </a:r>
        </a:p>
      </dgm:t>
    </dgm:pt>
    <dgm:pt modelId="{AC499C2B-D7AD-4534-939A-D10BB6F73602}" type="parTrans" cxnId="{8938444A-AD42-49CB-8926-3FB963C92731}">
      <dgm:prSet/>
      <dgm:spPr/>
    </dgm:pt>
    <dgm:pt modelId="{CBD2868F-0679-4D15-8B23-B3C341B8CDCB}" type="sibTrans" cxnId="{8938444A-AD42-49CB-8926-3FB963C92731}">
      <dgm:prSet/>
      <dgm:spPr/>
    </dgm:pt>
    <dgm:pt modelId="{DCCAE942-5ADD-4441-BBAD-C001EFF6DAAD}">
      <dgm:prSet phldr="0"/>
      <dgm:spPr/>
      <dgm:t>
        <a:bodyPr/>
        <a:lstStyle/>
        <a:p>
          <a:pPr rtl="0"/>
          <a:r>
            <a:rPr lang="en-US" dirty="0">
              <a:latin typeface="Aptos"/>
            </a:rPr>
            <a:t>How much my sales will be increasing?</a:t>
          </a:r>
        </a:p>
      </dgm:t>
    </dgm:pt>
    <dgm:pt modelId="{9EDA84F9-C1A9-4CCE-AF52-B75F42F5FD3C}" type="parTrans" cxnId="{2D2D4873-B5C1-44E7-AA48-54DC7458E860}">
      <dgm:prSet/>
      <dgm:spPr/>
    </dgm:pt>
    <dgm:pt modelId="{40B42018-3272-4C6A-9878-16EA2379C885}" type="sibTrans" cxnId="{2D2D4873-B5C1-44E7-AA48-54DC7458E860}">
      <dgm:prSet/>
      <dgm:spPr/>
    </dgm:pt>
    <dgm:pt modelId="{5214CAE1-983A-4EC5-8105-EEE394BED202}">
      <dgm:prSet phldr="0"/>
      <dgm:spPr/>
      <dgm:t>
        <a:bodyPr/>
        <a:lstStyle/>
        <a:p>
          <a:pPr rtl="0"/>
          <a:r>
            <a:rPr lang="en-US" dirty="0">
              <a:latin typeface="Aptos"/>
            </a:rPr>
            <a:t>Does any of the suppliers from this 10 are compititors?</a:t>
          </a:r>
        </a:p>
      </dgm:t>
    </dgm:pt>
    <dgm:pt modelId="{DD206CD5-9485-4FF6-A661-B92801B594C1}" type="parTrans" cxnId="{B417C298-F160-436F-9B84-F1711C855EF8}">
      <dgm:prSet/>
      <dgm:spPr/>
    </dgm:pt>
    <dgm:pt modelId="{63ED641D-26F8-4C6C-BA04-F49A58ED68AF}" type="sibTrans" cxnId="{B417C298-F160-436F-9B84-F1711C855EF8}">
      <dgm:prSet/>
      <dgm:spPr/>
    </dgm:pt>
    <dgm:pt modelId="{257DB4E9-A6A9-4A6C-98E1-DF6464743ABD}">
      <dgm:prSet phldr="0"/>
      <dgm:spPr/>
      <dgm:t>
        <a:bodyPr/>
        <a:lstStyle/>
        <a:p>
          <a:pPr rtl="0"/>
          <a:r>
            <a:rPr lang="en-US" dirty="0">
              <a:latin typeface="Aptos"/>
            </a:rPr>
            <a:t>How much benefits we will get as we advertise their brand?</a:t>
          </a:r>
          <a:endParaRPr lang="en-US" dirty="0"/>
        </a:p>
      </dgm:t>
    </dgm:pt>
    <dgm:pt modelId="{0D523C55-49BC-46AD-8A8C-9A583155651A}" type="parTrans" cxnId="{C8C3295B-7064-43EF-90FD-3E72AD400938}">
      <dgm:prSet/>
      <dgm:spPr/>
    </dgm:pt>
    <dgm:pt modelId="{A2F523E3-F923-4295-8999-1AD2DD773A95}" type="sibTrans" cxnId="{C8C3295B-7064-43EF-90FD-3E72AD400938}">
      <dgm:prSet/>
      <dgm:spPr/>
    </dgm:pt>
    <dgm:pt modelId="{B32EB9BA-A247-4710-8155-314AFC10069E}">
      <dgm:prSet phldr="0"/>
      <dgm:spPr/>
      <dgm:t>
        <a:bodyPr/>
        <a:lstStyle/>
        <a:p>
          <a:pPr rtl="0"/>
          <a:r>
            <a:rPr lang="en-US" dirty="0">
              <a:latin typeface="Aptos"/>
            </a:rPr>
            <a:t>What is in it for the customers?</a:t>
          </a:r>
        </a:p>
      </dgm:t>
    </dgm:pt>
    <dgm:pt modelId="{75328AB3-C822-4C64-9487-CC5DFBF8E399}" type="parTrans" cxnId="{801D2520-CDAC-42FC-9F63-55305DB8A555}">
      <dgm:prSet/>
      <dgm:spPr/>
    </dgm:pt>
    <dgm:pt modelId="{672E5267-98CB-4545-AD7B-364DDCE0D756}" type="sibTrans" cxnId="{801D2520-CDAC-42FC-9F63-55305DB8A555}">
      <dgm:prSet/>
      <dgm:spPr/>
    </dgm:pt>
    <dgm:pt modelId="{DA3C6F50-23E7-41A0-BF4D-5BC8A980B115}" type="pres">
      <dgm:prSet presAssocID="{4F2E9B4D-710D-43DA-8789-4802028B4F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C809BE0-0DB6-4AE7-8E45-445E20A813DC}" type="pres">
      <dgm:prSet presAssocID="{811CBA7E-FA20-4290-9FD2-B8E7414F0D36}" presName="hierRoot1" presStyleCnt="0"/>
      <dgm:spPr/>
    </dgm:pt>
    <dgm:pt modelId="{19452133-1A63-49AA-8841-96C5A8FF8E08}" type="pres">
      <dgm:prSet presAssocID="{811CBA7E-FA20-4290-9FD2-B8E7414F0D36}" presName="composite" presStyleCnt="0"/>
      <dgm:spPr/>
    </dgm:pt>
    <dgm:pt modelId="{7112DFCA-75E4-491B-80F8-8993ED6E07E0}" type="pres">
      <dgm:prSet presAssocID="{811CBA7E-FA20-4290-9FD2-B8E7414F0D36}" presName="background" presStyleLbl="node0" presStyleIdx="0" presStyleCnt="1"/>
      <dgm:spPr/>
    </dgm:pt>
    <dgm:pt modelId="{DD50C186-DC1F-446D-85E4-32136F59F85B}" type="pres">
      <dgm:prSet presAssocID="{811CBA7E-FA20-4290-9FD2-B8E7414F0D36}" presName="text" presStyleLbl="fgAcc0" presStyleIdx="0" presStyleCnt="1">
        <dgm:presLayoutVars>
          <dgm:chPref val="3"/>
        </dgm:presLayoutVars>
      </dgm:prSet>
      <dgm:spPr/>
    </dgm:pt>
    <dgm:pt modelId="{99034893-47F5-44FB-A002-CF26949240EC}" type="pres">
      <dgm:prSet presAssocID="{811CBA7E-FA20-4290-9FD2-B8E7414F0D36}" presName="hierChild2" presStyleCnt="0"/>
      <dgm:spPr/>
    </dgm:pt>
    <dgm:pt modelId="{2470EE18-C883-4224-9743-2D2D21C76D06}" type="pres">
      <dgm:prSet presAssocID="{4BB608B1-D792-4525-800E-609AB462EBF4}" presName="Name10" presStyleLbl="parChTrans1D2" presStyleIdx="0" presStyleCnt="2"/>
      <dgm:spPr/>
    </dgm:pt>
    <dgm:pt modelId="{63367F3A-EF9F-4574-9DB3-4B5D9375CD9F}" type="pres">
      <dgm:prSet presAssocID="{1614AD26-8E14-4C80-B9DF-BE9E313C4A48}" presName="hierRoot2" presStyleCnt="0"/>
      <dgm:spPr/>
    </dgm:pt>
    <dgm:pt modelId="{8D668C1E-8B26-44D1-8407-DBC9FD478627}" type="pres">
      <dgm:prSet presAssocID="{1614AD26-8E14-4C80-B9DF-BE9E313C4A48}" presName="composite2" presStyleCnt="0"/>
      <dgm:spPr/>
    </dgm:pt>
    <dgm:pt modelId="{6D7C81A9-2F04-4FB5-B760-172000F636A8}" type="pres">
      <dgm:prSet presAssocID="{1614AD26-8E14-4C80-B9DF-BE9E313C4A48}" presName="background2" presStyleLbl="node2" presStyleIdx="0" presStyleCnt="2"/>
      <dgm:spPr/>
    </dgm:pt>
    <dgm:pt modelId="{B3209855-30F3-4149-9ABB-C15381810B10}" type="pres">
      <dgm:prSet presAssocID="{1614AD26-8E14-4C80-B9DF-BE9E313C4A48}" presName="text2" presStyleLbl="fgAcc2" presStyleIdx="0" presStyleCnt="2">
        <dgm:presLayoutVars>
          <dgm:chPref val="3"/>
        </dgm:presLayoutVars>
      </dgm:prSet>
      <dgm:spPr/>
    </dgm:pt>
    <dgm:pt modelId="{97662B92-67D0-4593-9EB9-B7DFD96A3EE7}" type="pres">
      <dgm:prSet presAssocID="{1614AD26-8E14-4C80-B9DF-BE9E313C4A48}" presName="hierChild3" presStyleCnt="0"/>
      <dgm:spPr/>
    </dgm:pt>
    <dgm:pt modelId="{C3349A0E-1891-4FBB-9FAB-C7F554E86A34}" type="pres">
      <dgm:prSet presAssocID="{28BF41F2-191D-4E0A-AD19-921EA99EB202}" presName="Name17" presStyleLbl="parChTrans1D3" presStyleIdx="0" presStyleCnt="9"/>
      <dgm:spPr/>
    </dgm:pt>
    <dgm:pt modelId="{DE78FD65-F5D8-4717-A6AC-8436DAB3956A}" type="pres">
      <dgm:prSet presAssocID="{41743DC6-9B09-4905-8660-C1CDF8108EBF}" presName="hierRoot3" presStyleCnt="0"/>
      <dgm:spPr/>
    </dgm:pt>
    <dgm:pt modelId="{D39063F8-F2AD-442B-A001-933936433926}" type="pres">
      <dgm:prSet presAssocID="{41743DC6-9B09-4905-8660-C1CDF8108EBF}" presName="composite3" presStyleCnt="0"/>
      <dgm:spPr/>
    </dgm:pt>
    <dgm:pt modelId="{2BFFF221-72D7-4DEF-89C2-E295D8D9D7D5}" type="pres">
      <dgm:prSet presAssocID="{41743DC6-9B09-4905-8660-C1CDF8108EBF}" presName="background3" presStyleLbl="node3" presStyleIdx="0" presStyleCnt="9"/>
      <dgm:spPr/>
    </dgm:pt>
    <dgm:pt modelId="{9CF0D0D2-E0CF-4AEF-8CCB-7CBC19288833}" type="pres">
      <dgm:prSet presAssocID="{41743DC6-9B09-4905-8660-C1CDF8108EBF}" presName="text3" presStyleLbl="fgAcc3" presStyleIdx="0" presStyleCnt="9">
        <dgm:presLayoutVars>
          <dgm:chPref val="3"/>
        </dgm:presLayoutVars>
      </dgm:prSet>
      <dgm:spPr/>
    </dgm:pt>
    <dgm:pt modelId="{6ED9EC6F-2A76-4324-9340-C884D29E85D2}" type="pres">
      <dgm:prSet presAssocID="{41743DC6-9B09-4905-8660-C1CDF8108EBF}" presName="hierChild4" presStyleCnt="0"/>
      <dgm:spPr/>
    </dgm:pt>
    <dgm:pt modelId="{B2CC0223-5273-4A89-BBA4-1A01F23A1504}" type="pres">
      <dgm:prSet presAssocID="{B503AAB9-E7A8-4174-9438-607E23A9955F}" presName="Name17" presStyleLbl="parChTrans1D3" presStyleIdx="1" presStyleCnt="9"/>
      <dgm:spPr/>
    </dgm:pt>
    <dgm:pt modelId="{FAD8C009-483A-4244-B9C4-6BBCB20140C2}" type="pres">
      <dgm:prSet presAssocID="{9C0B0B23-DFB1-41CE-AED5-B163BC87ADD4}" presName="hierRoot3" presStyleCnt="0"/>
      <dgm:spPr/>
    </dgm:pt>
    <dgm:pt modelId="{13C677D9-8D39-4091-A41C-43FC3DA50066}" type="pres">
      <dgm:prSet presAssocID="{9C0B0B23-DFB1-41CE-AED5-B163BC87ADD4}" presName="composite3" presStyleCnt="0"/>
      <dgm:spPr/>
    </dgm:pt>
    <dgm:pt modelId="{A2C27DBB-880F-46BE-9410-3324DBBAEB02}" type="pres">
      <dgm:prSet presAssocID="{9C0B0B23-DFB1-41CE-AED5-B163BC87ADD4}" presName="background3" presStyleLbl="node3" presStyleIdx="1" presStyleCnt="9"/>
      <dgm:spPr/>
    </dgm:pt>
    <dgm:pt modelId="{FB4302B5-9CCD-4AC1-95D5-92425AF706B5}" type="pres">
      <dgm:prSet presAssocID="{9C0B0B23-DFB1-41CE-AED5-B163BC87ADD4}" presName="text3" presStyleLbl="fgAcc3" presStyleIdx="1" presStyleCnt="9">
        <dgm:presLayoutVars>
          <dgm:chPref val="3"/>
        </dgm:presLayoutVars>
      </dgm:prSet>
      <dgm:spPr/>
    </dgm:pt>
    <dgm:pt modelId="{02EB2CC0-3675-4672-92BB-49FAF625B7C3}" type="pres">
      <dgm:prSet presAssocID="{9C0B0B23-DFB1-41CE-AED5-B163BC87ADD4}" presName="hierChild4" presStyleCnt="0"/>
      <dgm:spPr/>
    </dgm:pt>
    <dgm:pt modelId="{901D4600-92D0-4FEE-8302-928CAFC744A8}" type="pres">
      <dgm:prSet presAssocID="{BFCBA504-41A1-4FD4-8F7C-7A2FCECF08C4}" presName="Name17" presStyleLbl="parChTrans1D3" presStyleIdx="2" presStyleCnt="9"/>
      <dgm:spPr/>
    </dgm:pt>
    <dgm:pt modelId="{E03CC9E8-4C81-4DEE-BE41-980EECCAB78C}" type="pres">
      <dgm:prSet presAssocID="{5316CDB3-691F-44D2-9948-78B26899ACC9}" presName="hierRoot3" presStyleCnt="0"/>
      <dgm:spPr/>
    </dgm:pt>
    <dgm:pt modelId="{98804C0B-80BF-4C49-BD6E-43649F9AD031}" type="pres">
      <dgm:prSet presAssocID="{5316CDB3-691F-44D2-9948-78B26899ACC9}" presName="composite3" presStyleCnt="0"/>
      <dgm:spPr/>
    </dgm:pt>
    <dgm:pt modelId="{F07C04C4-4642-40BD-886B-E1D3795B7456}" type="pres">
      <dgm:prSet presAssocID="{5316CDB3-691F-44D2-9948-78B26899ACC9}" presName="background3" presStyleLbl="node3" presStyleIdx="2" presStyleCnt="9"/>
      <dgm:spPr/>
    </dgm:pt>
    <dgm:pt modelId="{D06D12C6-2320-45BE-A731-B19B23608D9B}" type="pres">
      <dgm:prSet presAssocID="{5316CDB3-691F-44D2-9948-78B26899ACC9}" presName="text3" presStyleLbl="fgAcc3" presStyleIdx="2" presStyleCnt="9">
        <dgm:presLayoutVars>
          <dgm:chPref val="3"/>
        </dgm:presLayoutVars>
      </dgm:prSet>
      <dgm:spPr/>
    </dgm:pt>
    <dgm:pt modelId="{5DE71DD4-DE37-4F04-B8BC-608A4BF264A5}" type="pres">
      <dgm:prSet presAssocID="{5316CDB3-691F-44D2-9948-78B26899ACC9}" presName="hierChild4" presStyleCnt="0"/>
      <dgm:spPr/>
    </dgm:pt>
    <dgm:pt modelId="{7EEC6FD3-DA16-460F-B13A-18B03CA0FF76}" type="pres">
      <dgm:prSet presAssocID="{AC499C2B-D7AD-4534-939A-D10BB6F73602}" presName="Name17" presStyleLbl="parChTrans1D3" presStyleIdx="3" presStyleCnt="9"/>
      <dgm:spPr/>
    </dgm:pt>
    <dgm:pt modelId="{B760FF8F-6610-459A-8CB3-AFF5E30D064C}" type="pres">
      <dgm:prSet presAssocID="{C23D5D3B-DB56-4A55-BD2A-12CA2A7105F0}" presName="hierRoot3" presStyleCnt="0"/>
      <dgm:spPr/>
    </dgm:pt>
    <dgm:pt modelId="{E2B7BF0C-FFDA-4C2F-99DB-11E0F869BB97}" type="pres">
      <dgm:prSet presAssocID="{C23D5D3B-DB56-4A55-BD2A-12CA2A7105F0}" presName="composite3" presStyleCnt="0"/>
      <dgm:spPr/>
    </dgm:pt>
    <dgm:pt modelId="{D3EE12D9-618C-4E9F-9B4C-87F8DB9B4666}" type="pres">
      <dgm:prSet presAssocID="{C23D5D3B-DB56-4A55-BD2A-12CA2A7105F0}" presName="background3" presStyleLbl="node3" presStyleIdx="3" presStyleCnt="9"/>
      <dgm:spPr/>
    </dgm:pt>
    <dgm:pt modelId="{DCB5F186-0EB6-40A9-9ADA-50B7B62508CE}" type="pres">
      <dgm:prSet presAssocID="{C23D5D3B-DB56-4A55-BD2A-12CA2A7105F0}" presName="text3" presStyleLbl="fgAcc3" presStyleIdx="3" presStyleCnt="9">
        <dgm:presLayoutVars>
          <dgm:chPref val="3"/>
        </dgm:presLayoutVars>
      </dgm:prSet>
      <dgm:spPr/>
    </dgm:pt>
    <dgm:pt modelId="{2AC66986-834B-4B5B-81FD-4A793B1F2FAD}" type="pres">
      <dgm:prSet presAssocID="{C23D5D3B-DB56-4A55-BD2A-12CA2A7105F0}" presName="hierChild4" presStyleCnt="0"/>
      <dgm:spPr/>
    </dgm:pt>
    <dgm:pt modelId="{F1220FAE-0760-4D97-BE0E-5BC2F24377A7}" type="pres">
      <dgm:prSet presAssocID="{9EDA84F9-C1A9-4CCE-AF52-B75F42F5FD3C}" presName="Name17" presStyleLbl="parChTrans1D3" presStyleIdx="4" presStyleCnt="9"/>
      <dgm:spPr/>
    </dgm:pt>
    <dgm:pt modelId="{187E8DEB-2AC1-4379-90F2-DACAFB71810B}" type="pres">
      <dgm:prSet presAssocID="{DCCAE942-5ADD-4441-BBAD-C001EFF6DAAD}" presName="hierRoot3" presStyleCnt="0"/>
      <dgm:spPr/>
    </dgm:pt>
    <dgm:pt modelId="{97B726CF-DC13-4C0A-9A04-FE19F180AEFD}" type="pres">
      <dgm:prSet presAssocID="{DCCAE942-5ADD-4441-BBAD-C001EFF6DAAD}" presName="composite3" presStyleCnt="0"/>
      <dgm:spPr/>
    </dgm:pt>
    <dgm:pt modelId="{4AB80335-B4EE-4F61-B10E-1D78165A1A0D}" type="pres">
      <dgm:prSet presAssocID="{DCCAE942-5ADD-4441-BBAD-C001EFF6DAAD}" presName="background3" presStyleLbl="node3" presStyleIdx="4" presStyleCnt="9"/>
      <dgm:spPr/>
    </dgm:pt>
    <dgm:pt modelId="{1801417B-B713-4000-9B61-31CB89E4DDB0}" type="pres">
      <dgm:prSet presAssocID="{DCCAE942-5ADD-4441-BBAD-C001EFF6DAAD}" presName="text3" presStyleLbl="fgAcc3" presStyleIdx="4" presStyleCnt="9">
        <dgm:presLayoutVars>
          <dgm:chPref val="3"/>
        </dgm:presLayoutVars>
      </dgm:prSet>
      <dgm:spPr/>
    </dgm:pt>
    <dgm:pt modelId="{8746EBD0-0C79-4D49-B6B5-880DF3E8294C}" type="pres">
      <dgm:prSet presAssocID="{DCCAE942-5ADD-4441-BBAD-C001EFF6DAAD}" presName="hierChild4" presStyleCnt="0"/>
      <dgm:spPr/>
    </dgm:pt>
    <dgm:pt modelId="{93ED15C4-31EE-4596-8EAF-B01B51DDC30B}" type="pres">
      <dgm:prSet presAssocID="{D3C2F7AE-7726-4F36-B3C6-57FC20EA0D49}" presName="Name10" presStyleLbl="parChTrans1D2" presStyleIdx="1" presStyleCnt="2"/>
      <dgm:spPr/>
    </dgm:pt>
    <dgm:pt modelId="{D4B57B52-979C-4B53-BAB3-6E8C5ED0174B}" type="pres">
      <dgm:prSet presAssocID="{D0181943-AEA9-4997-B3C6-B76068DF8872}" presName="hierRoot2" presStyleCnt="0"/>
      <dgm:spPr/>
    </dgm:pt>
    <dgm:pt modelId="{F29223ED-122C-4A71-929A-A35ED1718835}" type="pres">
      <dgm:prSet presAssocID="{D0181943-AEA9-4997-B3C6-B76068DF8872}" presName="composite2" presStyleCnt="0"/>
      <dgm:spPr/>
    </dgm:pt>
    <dgm:pt modelId="{C3EFFC08-B84E-4662-A11E-6A2D1AC35681}" type="pres">
      <dgm:prSet presAssocID="{D0181943-AEA9-4997-B3C6-B76068DF8872}" presName="background2" presStyleLbl="node2" presStyleIdx="1" presStyleCnt="2"/>
      <dgm:spPr/>
    </dgm:pt>
    <dgm:pt modelId="{75860AE1-8E3C-401F-96EA-79F9B594ECC8}" type="pres">
      <dgm:prSet presAssocID="{D0181943-AEA9-4997-B3C6-B76068DF8872}" presName="text2" presStyleLbl="fgAcc2" presStyleIdx="1" presStyleCnt="2">
        <dgm:presLayoutVars>
          <dgm:chPref val="3"/>
        </dgm:presLayoutVars>
      </dgm:prSet>
      <dgm:spPr/>
    </dgm:pt>
    <dgm:pt modelId="{EDAC4752-C1DD-445F-B1BA-B338B8F9E6FB}" type="pres">
      <dgm:prSet presAssocID="{D0181943-AEA9-4997-B3C6-B76068DF8872}" presName="hierChild3" presStyleCnt="0"/>
      <dgm:spPr/>
    </dgm:pt>
    <dgm:pt modelId="{046258F7-E7D4-4B29-8C7B-A4EA75DEFCBC}" type="pres">
      <dgm:prSet presAssocID="{834C2EBC-DF3F-4A0F-A4AF-F14B4B7130BD}" presName="Name17" presStyleLbl="parChTrans1D3" presStyleIdx="5" presStyleCnt="9"/>
      <dgm:spPr/>
    </dgm:pt>
    <dgm:pt modelId="{91C304FD-BDBE-49B4-86E6-EF205FED0097}" type="pres">
      <dgm:prSet presAssocID="{279E26D2-A600-4696-B4F2-1ADAA4296FD8}" presName="hierRoot3" presStyleCnt="0"/>
      <dgm:spPr/>
    </dgm:pt>
    <dgm:pt modelId="{97214E8D-4A6A-416E-93F3-265642D934AC}" type="pres">
      <dgm:prSet presAssocID="{279E26D2-A600-4696-B4F2-1ADAA4296FD8}" presName="composite3" presStyleCnt="0"/>
      <dgm:spPr/>
    </dgm:pt>
    <dgm:pt modelId="{A20FE4C8-719A-4B24-B6EE-97BF7E7B67DD}" type="pres">
      <dgm:prSet presAssocID="{279E26D2-A600-4696-B4F2-1ADAA4296FD8}" presName="background3" presStyleLbl="node3" presStyleIdx="5" presStyleCnt="9"/>
      <dgm:spPr/>
    </dgm:pt>
    <dgm:pt modelId="{E1C1B9E0-876D-4B24-9DCE-6A81726AA27A}" type="pres">
      <dgm:prSet presAssocID="{279E26D2-A600-4696-B4F2-1ADAA4296FD8}" presName="text3" presStyleLbl="fgAcc3" presStyleIdx="5" presStyleCnt="9">
        <dgm:presLayoutVars>
          <dgm:chPref val="3"/>
        </dgm:presLayoutVars>
      </dgm:prSet>
      <dgm:spPr/>
    </dgm:pt>
    <dgm:pt modelId="{D3B93C9F-54E1-4804-9103-2693A89A5FAD}" type="pres">
      <dgm:prSet presAssocID="{279E26D2-A600-4696-B4F2-1ADAA4296FD8}" presName="hierChild4" presStyleCnt="0"/>
      <dgm:spPr/>
    </dgm:pt>
    <dgm:pt modelId="{0606387D-A459-4D48-B5A4-21CAF61A63AE}" type="pres">
      <dgm:prSet presAssocID="{DD206CD5-9485-4FF6-A661-B92801B594C1}" presName="Name17" presStyleLbl="parChTrans1D3" presStyleIdx="6" presStyleCnt="9"/>
      <dgm:spPr/>
    </dgm:pt>
    <dgm:pt modelId="{D7427AF5-2C6D-468E-AE3E-9338890F6880}" type="pres">
      <dgm:prSet presAssocID="{5214CAE1-983A-4EC5-8105-EEE394BED202}" presName="hierRoot3" presStyleCnt="0"/>
      <dgm:spPr/>
    </dgm:pt>
    <dgm:pt modelId="{2BEC614E-0BB6-4F9B-AA9E-58431D72E488}" type="pres">
      <dgm:prSet presAssocID="{5214CAE1-983A-4EC5-8105-EEE394BED202}" presName="composite3" presStyleCnt="0"/>
      <dgm:spPr/>
    </dgm:pt>
    <dgm:pt modelId="{1A92E942-9F8C-4AE7-8719-697D4A96DE33}" type="pres">
      <dgm:prSet presAssocID="{5214CAE1-983A-4EC5-8105-EEE394BED202}" presName="background3" presStyleLbl="node3" presStyleIdx="6" presStyleCnt="9"/>
      <dgm:spPr/>
    </dgm:pt>
    <dgm:pt modelId="{3603925B-5BA2-4131-B1B5-E32905427A34}" type="pres">
      <dgm:prSet presAssocID="{5214CAE1-983A-4EC5-8105-EEE394BED202}" presName="text3" presStyleLbl="fgAcc3" presStyleIdx="6" presStyleCnt="9">
        <dgm:presLayoutVars>
          <dgm:chPref val="3"/>
        </dgm:presLayoutVars>
      </dgm:prSet>
      <dgm:spPr/>
    </dgm:pt>
    <dgm:pt modelId="{BDC47F0F-C2E9-436E-BA29-5FD621E6F62A}" type="pres">
      <dgm:prSet presAssocID="{5214CAE1-983A-4EC5-8105-EEE394BED202}" presName="hierChild4" presStyleCnt="0"/>
      <dgm:spPr/>
    </dgm:pt>
    <dgm:pt modelId="{A195C61F-99F8-4499-B942-5E6CE3DC4EAE}" type="pres">
      <dgm:prSet presAssocID="{0D523C55-49BC-46AD-8A8C-9A583155651A}" presName="Name17" presStyleLbl="parChTrans1D3" presStyleIdx="7" presStyleCnt="9"/>
      <dgm:spPr/>
    </dgm:pt>
    <dgm:pt modelId="{EF826903-9BF7-4375-AC3F-152FCD920F90}" type="pres">
      <dgm:prSet presAssocID="{257DB4E9-A6A9-4A6C-98E1-DF6464743ABD}" presName="hierRoot3" presStyleCnt="0"/>
      <dgm:spPr/>
    </dgm:pt>
    <dgm:pt modelId="{AD34B7E0-D05E-449E-A908-BFF91E1DD554}" type="pres">
      <dgm:prSet presAssocID="{257DB4E9-A6A9-4A6C-98E1-DF6464743ABD}" presName="composite3" presStyleCnt="0"/>
      <dgm:spPr/>
    </dgm:pt>
    <dgm:pt modelId="{34052023-C1A6-4FCF-A195-920DF5C965F7}" type="pres">
      <dgm:prSet presAssocID="{257DB4E9-A6A9-4A6C-98E1-DF6464743ABD}" presName="background3" presStyleLbl="node3" presStyleIdx="7" presStyleCnt="9"/>
      <dgm:spPr/>
    </dgm:pt>
    <dgm:pt modelId="{C676E10F-66A5-4FEA-B250-832D28A9FCD6}" type="pres">
      <dgm:prSet presAssocID="{257DB4E9-A6A9-4A6C-98E1-DF6464743ABD}" presName="text3" presStyleLbl="fgAcc3" presStyleIdx="7" presStyleCnt="9">
        <dgm:presLayoutVars>
          <dgm:chPref val="3"/>
        </dgm:presLayoutVars>
      </dgm:prSet>
      <dgm:spPr/>
    </dgm:pt>
    <dgm:pt modelId="{91CE760C-EF05-462C-98CB-6C6023B826F9}" type="pres">
      <dgm:prSet presAssocID="{257DB4E9-A6A9-4A6C-98E1-DF6464743ABD}" presName="hierChild4" presStyleCnt="0"/>
      <dgm:spPr/>
    </dgm:pt>
    <dgm:pt modelId="{D2C42EDF-BD34-4AC5-B1FD-BCC275D75D60}" type="pres">
      <dgm:prSet presAssocID="{75328AB3-C822-4C64-9487-CC5DFBF8E399}" presName="Name17" presStyleLbl="parChTrans1D3" presStyleIdx="8" presStyleCnt="9"/>
      <dgm:spPr/>
    </dgm:pt>
    <dgm:pt modelId="{7B2DCAB6-42D1-4C7D-AC16-CA6696457365}" type="pres">
      <dgm:prSet presAssocID="{B32EB9BA-A247-4710-8155-314AFC10069E}" presName="hierRoot3" presStyleCnt="0"/>
      <dgm:spPr/>
    </dgm:pt>
    <dgm:pt modelId="{CF9B3611-0FBC-4388-A59A-A63560D5A2EF}" type="pres">
      <dgm:prSet presAssocID="{B32EB9BA-A247-4710-8155-314AFC10069E}" presName="composite3" presStyleCnt="0"/>
      <dgm:spPr/>
    </dgm:pt>
    <dgm:pt modelId="{2E6D7162-7F8D-420D-AB67-7310AB00B75E}" type="pres">
      <dgm:prSet presAssocID="{B32EB9BA-A247-4710-8155-314AFC10069E}" presName="background3" presStyleLbl="node3" presStyleIdx="8" presStyleCnt="9"/>
      <dgm:spPr/>
    </dgm:pt>
    <dgm:pt modelId="{70DA0C58-D41C-4649-B261-2294A652D03A}" type="pres">
      <dgm:prSet presAssocID="{B32EB9BA-A247-4710-8155-314AFC10069E}" presName="text3" presStyleLbl="fgAcc3" presStyleIdx="8" presStyleCnt="9">
        <dgm:presLayoutVars>
          <dgm:chPref val="3"/>
        </dgm:presLayoutVars>
      </dgm:prSet>
      <dgm:spPr/>
    </dgm:pt>
    <dgm:pt modelId="{E93BB6E8-D8E6-4A6E-BB0F-89EC29B445EC}" type="pres">
      <dgm:prSet presAssocID="{B32EB9BA-A247-4710-8155-314AFC10069E}" presName="hierChild4" presStyleCnt="0"/>
      <dgm:spPr/>
    </dgm:pt>
  </dgm:ptLst>
  <dgm:cxnLst>
    <dgm:cxn modelId="{D769D207-6EEF-4193-9108-083EDF259C57}" srcId="{1614AD26-8E14-4C80-B9DF-BE9E313C4A48}" destId="{5316CDB3-691F-44D2-9948-78B26899ACC9}" srcOrd="2" destOrd="0" parTransId="{BFCBA504-41A1-4FD4-8F7C-7A2FCECF08C4}" sibTransId="{DFC5383C-7ABB-4925-8127-7FA0558CF421}"/>
    <dgm:cxn modelId="{A499D00A-FE5A-4F85-82D8-861331EFECD3}" type="presOf" srcId="{DCCAE942-5ADD-4441-BBAD-C001EFF6DAAD}" destId="{1801417B-B713-4000-9B61-31CB89E4DDB0}" srcOrd="0" destOrd="0" presId="urn:microsoft.com/office/officeart/2005/8/layout/hierarchy1"/>
    <dgm:cxn modelId="{801D2520-CDAC-42FC-9F63-55305DB8A555}" srcId="{D0181943-AEA9-4997-B3C6-B76068DF8872}" destId="{B32EB9BA-A247-4710-8155-314AFC10069E}" srcOrd="3" destOrd="0" parTransId="{75328AB3-C822-4C64-9487-CC5DFBF8E399}" sibTransId="{672E5267-98CB-4545-AD7B-364DDCE0D756}"/>
    <dgm:cxn modelId="{C69B1926-4C07-48E1-8C58-80EA3E491A2F}" type="presOf" srcId="{41743DC6-9B09-4905-8660-C1CDF8108EBF}" destId="{9CF0D0D2-E0CF-4AEF-8CCB-7CBC19288833}" srcOrd="0" destOrd="0" presId="urn:microsoft.com/office/officeart/2005/8/layout/hierarchy1"/>
    <dgm:cxn modelId="{31E21F30-0CC1-4F1D-AD5F-669D60319571}" type="presOf" srcId="{BFCBA504-41A1-4FD4-8F7C-7A2FCECF08C4}" destId="{901D4600-92D0-4FEE-8302-928CAFC744A8}" srcOrd="0" destOrd="0" presId="urn:microsoft.com/office/officeart/2005/8/layout/hierarchy1"/>
    <dgm:cxn modelId="{D0571033-6EBB-4634-8FAF-A7001C4A19E9}" type="presOf" srcId="{279E26D2-A600-4696-B4F2-1ADAA4296FD8}" destId="{E1C1B9E0-876D-4B24-9DCE-6A81726AA27A}" srcOrd="0" destOrd="0" presId="urn:microsoft.com/office/officeart/2005/8/layout/hierarchy1"/>
    <dgm:cxn modelId="{C8C3295B-7064-43EF-90FD-3E72AD400938}" srcId="{D0181943-AEA9-4997-B3C6-B76068DF8872}" destId="{257DB4E9-A6A9-4A6C-98E1-DF6464743ABD}" srcOrd="2" destOrd="0" parTransId="{0D523C55-49BC-46AD-8A8C-9A583155651A}" sibTransId="{A2F523E3-F923-4295-8999-1AD2DD773A95}"/>
    <dgm:cxn modelId="{DA30F85B-CF93-46B6-8ACE-D2D670D502CE}" type="presOf" srcId="{D3C2F7AE-7726-4F36-B3C6-57FC20EA0D49}" destId="{93ED15C4-31EE-4596-8EAF-B01B51DDC30B}" srcOrd="0" destOrd="0" presId="urn:microsoft.com/office/officeart/2005/8/layout/hierarchy1"/>
    <dgm:cxn modelId="{5A1AD163-E361-440C-BEFE-F36767C9DB76}" type="presOf" srcId="{D0181943-AEA9-4997-B3C6-B76068DF8872}" destId="{75860AE1-8E3C-401F-96EA-79F9B594ECC8}" srcOrd="0" destOrd="0" presId="urn:microsoft.com/office/officeart/2005/8/layout/hierarchy1"/>
    <dgm:cxn modelId="{38E21165-72E3-4321-BB9A-51D31342F84F}" type="presOf" srcId="{B503AAB9-E7A8-4174-9438-607E23A9955F}" destId="{B2CC0223-5273-4A89-BBA4-1A01F23A1504}" srcOrd="0" destOrd="0" presId="urn:microsoft.com/office/officeart/2005/8/layout/hierarchy1"/>
    <dgm:cxn modelId="{337C7B65-B92F-4AAF-94C5-51A4D0E2EBE5}" type="presOf" srcId="{257DB4E9-A6A9-4A6C-98E1-DF6464743ABD}" destId="{C676E10F-66A5-4FEA-B250-832D28A9FCD6}" srcOrd="0" destOrd="0" presId="urn:microsoft.com/office/officeart/2005/8/layout/hierarchy1"/>
    <dgm:cxn modelId="{8938444A-AD42-49CB-8926-3FB963C92731}" srcId="{1614AD26-8E14-4C80-B9DF-BE9E313C4A48}" destId="{C23D5D3B-DB56-4A55-BD2A-12CA2A7105F0}" srcOrd="3" destOrd="0" parTransId="{AC499C2B-D7AD-4534-939A-D10BB6F73602}" sibTransId="{CBD2868F-0679-4D15-8B23-B3C341B8CDCB}"/>
    <dgm:cxn modelId="{7FEBA24A-7A3C-4C76-B03A-16B5B8445941}" type="presOf" srcId="{75328AB3-C822-4C64-9487-CC5DFBF8E399}" destId="{D2C42EDF-BD34-4AC5-B1FD-BCC275D75D60}" srcOrd="0" destOrd="0" presId="urn:microsoft.com/office/officeart/2005/8/layout/hierarchy1"/>
    <dgm:cxn modelId="{E1D0024B-0AAF-45B4-AFAB-44C6B43C2D26}" type="presOf" srcId="{9EDA84F9-C1A9-4CCE-AF52-B75F42F5FD3C}" destId="{F1220FAE-0760-4D97-BE0E-5BC2F24377A7}" srcOrd="0" destOrd="0" presId="urn:microsoft.com/office/officeart/2005/8/layout/hierarchy1"/>
    <dgm:cxn modelId="{11017A6C-B177-43A3-9ECA-1BC222633F73}" srcId="{4F2E9B4D-710D-43DA-8789-4802028B4F41}" destId="{811CBA7E-FA20-4290-9FD2-B8E7414F0D36}" srcOrd="0" destOrd="0" parTransId="{C8BB0EE2-D42C-47D1-ADBA-CCAB7348A1B3}" sibTransId="{B8DC1C7E-E121-45DD-97CD-43B547618412}"/>
    <dgm:cxn modelId="{C77E074D-0725-4062-ACD6-A7D3E31467EE}" type="presOf" srcId="{4F2E9B4D-710D-43DA-8789-4802028B4F41}" destId="{DA3C6F50-23E7-41A0-BF4D-5BC8A980B115}" srcOrd="0" destOrd="0" presId="urn:microsoft.com/office/officeart/2005/8/layout/hierarchy1"/>
    <dgm:cxn modelId="{F2F09C6D-B760-4441-8990-D9244AEE0B9F}" srcId="{811CBA7E-FA20-4290-9FD2-B8E7414F0D36}" destId="{D0181943-AEA9-4997-B3C6-B76068DF8872}" srcOrd="1" destOrd="0" parTransId="{D3C2F7AE-7726-4F36-B3C6-57FC20EA0D49}" sibTransId="{AA8050A7-6537-41DB-A0F0-F76D85E7C914}"/>
    <dgm:cxn modelId="{F9B3BD70-E118-409D-8A00-6D34A85AE10C}" type="presOf" srcId="{DD206CD5-9485-4FF6-A661-B92801B594C1}" destId="{0606387D-A459-4D48-B5A4-21CAF61A63AE}" srcOrd="0" destOrd="0" presId="urn:microsoft.com/office/officeart/2005/8/layout/hierarchy1"/>
    <dgm:cxn modelId="{D4C1F270-F6DF-41F3-8F67-45D63AF4EDC5}" type="presOf" srcId="{AC499C2B-D7AD-4534-939A-D10BB6F73602}" destId="{7EEC6FD3-DA16-460F-B13A-18B03CA0FF76}" srcOrd="0" destOrd="0" presId="urn:microsoft.com/office/officeart/2005/8/layout/hierarchy1"/>
    <dgm:cxn modelId="{2D2D4873-B5C1-44E7-AA48-54DC7458E860}" srcId="{1614AD26-8E14-4C80-B9DF-BE9E313C4A48}" destId="{DCCAE942-5ADD-4441-BBAD-C001EFF6DAAD}" srcOrd="4" destOrd="0" parTransId="{9EDA84F9-C1A9-4CCE-AF52-B75F42F5FD3C}" sibTransId="{40B42018-3272-4C6A-9878-16EA2379C885}"/>
    <dgm:cxn modelId="{B417C298-F160-436F-9B84-F1711C855EF8}" srcId="{D0181943-AEA9-4997-B3C6-B76068DF8872}" destId="{5214CAE1-983A-4EC5-8105-EEE394BED202}" srcOrd="1" destOrd="0" parTransId="{DD206CD5-9485-4FF6-A661-B92801B594C1}" sibTransId="{63ED641D-26F8-4C6C-BA04-F49A58ED68AF}"/>
    <dgm:cxn modelId="{2AB789A2-CF9D-4A03-B7E2-5796679E31EC}" srcId="{D0181943-AEA9-4997-B3C6-B76068DF8872}" destId="{279E26D2-A600-4696-B4F2-1ADAA4296FD8}" srcOrd="0" destOrd="0" parTransId="{834C2EBC-DF3F-4A0F-A4AF-F14B4B7130BD}" sibTransId="{4388C8AE-143D-4C55-AA47-1AC165C7A2CB}"/>
    <dgm:cxn modelId="{D03451A6-9802-4B60-9CC3-A39752272D62}" srcId="{1614AD26-8E14-4C80-B9DF-BE9E313C4A48}" destId="{9C0B0B23-DFB1-41CE-AED5-B163BC87ADD4}" srcOrd="1" destOrd="0" parTransId="{B503AAB9-E7A8-4174-9438-607E23A9955F}" sibTransId="{E3A6F2BA-6288-4E31-9410-5C4416A4B3E2}"/>
    <dgm:cxn modelId="{BF4120A8-C0B0-4C78-8166-9088343CB111}" srcId="{1614AD26-8E14-4C80-B9DF-BE9E313C4A48}" destId="{41743DC6-9B09-4905-8660-C1CDF8108EBF}" srcOrd="0" destOrd="0" parTransId="{28BF41F2-191D-4E0A-AD19-921EA99EB202}" sibTransId="{7A2A35CE-80D6-44D9-9C2F-B77F2A22F465}"/>
    <dgm:cxn modelId="{DBF2BFAE-24D1-4851-93F9-B813AC75AFD1}" type="presOf" srcId="{4BB608B1-D792-4525-800E-609AB462EBF4}" destId="{2470EE18-C883-4224-9743-2D2D21C76D06}" srcOrd="0" destOrd="0" presId="urn:microsoft.com/office/officeart/2005/8/layout/hierarchy1"/>
    <dgm:cxn modelId="{38F7CDBD-7538-473B-9D38-A5B902341B56}" type="presOf" srcId="{5214CAE1-983A-4EC5-8105-EEE394BED202}" destId="{3603925B-5BA2-4131-B1B5-E32905427A34}" srcOrd="0" destOrd="0" presId="urn:microsoft.com/office/officeart/2005/8/layout/hierarchy1"/>
    <dgm:cxn modelId="{F3E221C2-AC15-40B7-9A60-02757AFFF1F3}" type="presOf" srcId="{834C2EBC-DF3F-4A0F-A4AF-F14B4B7130BD}" destId="{046258F7-E7D4-4B29-8C7B-A4EA75DEFCBC}" srcOrd="0" destOrd="0" presId="urn:microsoft.com/office/officeart/2005/8/layout/hierarchy1"/>
    <dgm:cxn modelId="{C5B15FC2-6E27-41E3-8171-66CA3FB72D0D}" type="presOf" srcId="{C23D5D3B-DB56-4A55-BD2A-12CA2A7105F0}" destId="{DCB5F186-0EB6-40A9-9ADA-50B7B62508CE}" srcOrd="0" destOrd="0" presId="urn:microsoft.com/office/officeart/2005/8/layout/hierarchy1"/>
    <dgm:cxn modelId="{189A84C3-9E1B-43AD-A7D5-600D80E27B06}" srcId="{811CBA7E-FA20-4290-9FD2-B8E7414F0D36}" destId="{1614AD26-8E14-4C80-B9DF-BE9E313C4A48}" srcOrd="0" destOrd="0" parTransId="{4BB608B1-D792-4525-800E-609AB462EBF4}" sibTransId="{1E8F7DF7-2EE7-41B7-869D-2CCE65630A06}"/>
    <dgm:cxn modelId="{6C6278CD-A23B-4F02-A2C2-318A72027276}" type="presOf" srcId="{1614AD26-8E14-4C80-B9DF-BE9E313C4A48}" destId="{B3209855-30F3-4149-9ABB-C15381810B10}" srcOrd="0" destOrd="0" presId="urn:microsoft.com/office/officeart/2005/8/layout/hierarchy1"/>
    <dgm:cxn modelId="{1CB6DDD0-AA79-4AB9-BCA7-B0700B992257}" type="presOf" srcId="{B32EB9BA-A247-4710-8155-314AFC10069E}" destId="{70DA0C58-D41C-4649-B261-2294A652D03A}" srcOrd="0" destOrd="0" presId="urn:microsoft.com/office/officeart/2005/8/layout/hierarchy1"/>
    <dgm:cxn modelId="{67E8A5DA-8B60-4B09-BFE1-F01DDD5B45CC}" type="presOf" srcId="{28BF41F2-191D-4E0A-AD19-921EA99EB202}" destId="{C3349A0E-1891-4FBB-9FAB-C7F554E86A34}" srcOrd="0" destOrd="0" presId="urn:microsoft.com/office/officeart/2005/8/layout/hierarchy1"/>
    <dgm:cxn modelId="{43D027DB-B17D-4DD0-9B6A-797688BE4475}" type="presOf" srcId="{5316CDB3-691F-44D2-9948-78B26899ACC9}" destId="{D06D12C6-2320-45BE-A731-B19B23608D9B}" srcOrd="0" destOrd="0" presId="urn:microsoft.com/office/officeart/2005/8/layout/hierarchy1"/>
    <dgm:cxn modelId="{9D4DD9E2-4DF5-44EA-ACD8-723831D48BB9}" type="presOf" srcId="{9C0B0B23-DFB1-41CE-AED5-B163BC87ADD4}" destId="{FB4302B5-9CCD-4AC1-95D5-92425AF706B5}" srcOrd="0" destOrd="0" presId="urn:microsoft.com/office/officeart/2005/8/layout/hierarchy1"/>
    <dgm:cxn modelId="{250C24EC-596A-4F8E-AF48-A233ED0CFF5B}" type="presOf" srcId="{0D523C55-49BC-46AD-8A8C-9A583155651A}" destId="{A195C61F-99F8-4499-B942-5E6CE3DC4EAE}" srcOrd="0" destOrd="0" presId="urn:microsoft.com/office/officeart/2005/8/layout/hierarchy1"/>
    <dgm:cxn modelId="{714674EF-5E3D-4575-B7A8-D6E4FDD30885}" type="presOf" srcId="{811CBA7E-FA20-4290-9FD2-B8E7414F0D36}" destId="{DD50C186-DC1F-446D-85E4-32136F59F85B}" srcOrd="0" destOrd="0" presId="urn:microsoft.com/office/officeart/2005/8/layout/hierarchy1"/>
    <dgm:cxn modelId="{D7E2C1DC-0C27-4F0F-B052-481FBDA10A2F}" type="presParOf" srcId="{DA3C6F50-23E7-41A0-BF4D-5BC8A980B115}" destId="{4C809BE0-0DB6-4AE7-8E45-445E20A813DC}" srcOrd="0" destOrd="0" presId="urn:microsoft.com/office/officeart/2005/8/layout/hierarchy1"/>
    <dgm:cxn modelId="{A67BBB71-97B2-42B8-A2C3-6A206E16C983}" type="presParOf" srcId="{4C809BE0-0DB6-4AE7-8E45-445E20A813DC}" destId="{19452133-1A63-49AA-8841-96C5A8FF8E08}" srcOrd="0" destOrd="0" presId="urn:microsoft.com/office/officeart/2005/8/layout/hierarchy1"/>
    <dgm:cxn modelId="{5A70CCEF-C4B5-4975-A583-2B0B46965D2F}" type="presParOf" srcId="{19452133-1A63-49AA-8841-96C5A8FF8E08}" destId="{7112DFCA-75E4-491B-80F8-8993ED6E07E0}" srcOrd="0" destOrd="0" presId="urn:microsoft.com/office/officeart/2005/8/layout/hierarchy1"/>
    <dgm:cxn modelId="{37F3F1CB-1401-48DA-A127-9A95DC678AB6}" type="presParOf" srcId="{19452133-1A63-49AA-8841-96C5A8FF8E08}" destId="{DD50C186-DC1F-446D-85E4-32136F59F85B}" srcOrd="1" destOrd="0" presId="urn:microsoft.com/office/officeart/2005/8/layout/hierarchy1"/>
    <dgm:cxn modelId="{E78B49A0-D534-46DB-B508-CBDB83EDE1A9}" type="presParOf" srcId="{4C809BE0-0DB6-4AE7-8E45-445E20A813DC}" destId="{99034893-47F5-44FB-A002-CF26949240EC}" srcOrd="1" destOrd="0" presId="urn:microsoft.com/office/officeart/2005/8/layout/hierarchy1"/>
    <dgm:cxn modelId="{94635E91-BF7C-4E07-8A46-9F81B9B661FF}" type="presParOf" srcId="{99034893-47F5-44FB-A002-CF26949240EC}" destId="{2470EE18-C883-4224-9743-2D2D21C76D06}" srcOrd="0" destOrd="0" presId="urn:microsoft.com/office/officeart/2005/8/layout/hierarchy1"/>
    <dgm:cxn modelId="{3305DF8D-2981-4D8C-BA96-D10BB1EAFC66}" type="presParOf" srcId="{99034893-47F5-44FB-A002-CF26949240EC}" destId="{63367F3A-EF9F-4574-9DB3-4B5D9375CD9F}" srcOrd="1" destOrd="0" presId="urn:microsoft.com/office/officeart/2005/8/layout/hierarchy1"/>
    <dgm:cxn modelId="{D22874D0-BF43-4F28-A45F-807A9773245B}" type="presParOf" srcId="{63367F3A-EF9F-4574-9DB3-4B5D9375CD9F}" destId="{8D668C1E-8B26-44D1-8407-DBC9FD478627}" srcOrd="0" destOrd="0" presId="urn:microsoft.com/office/officeart/2005/8/layout/hierarchy1"/>
    <dgm:cxn modelId="{EC9E87C6-BB3F-4549-B2AE-0793CFAAAF4A}" type="presParOf" srcId="{8D668C1E-8B26-44D1-8407-DBC9FD478627}" destId="{6D7C81A9-2F04-4FB5-B760-172000F636A8}" srcOrd="0" destOrd="0" presId="urn:microsoft.com/office/officeart/2005/8/layout/hierarchy1"/>
    <dgm:cxn modelId="{7E6183C0-6D6C-42AC-98F3-B78112B87926}" type="presParOf" srcId="{8D668C1E-8B26-44D1-8407-DBC9FD478627}" destId="{B3209855-30F3-4149-9ABB-C15381810B10}" srcOrd="1" destOrd="0" presId="urn:microsoft.com/office/officeart/2005/8/layout/hierarchy1"/>
    <dgm:cxn modelId="{D98795B0-6132-431C-9A68-EDBEA51FD51C}" type="presParOf" srcId="{63367F3A-EF9F-4574-9DB3-4B5D9375CD9F}" destId="{97662B92-67D0-4593-9EB9-B7DFD96A3EE7}" srcOrd="1" destOrd="0" presId="urn:microsoft.com/office/officeart/2005/8/layout/hierarchy1"/>
    <dgm:cxn modelId="{A79BEF4A-1389-43CF-9EB4-56BDFDD10001}" type="presParOf" srcId="{97662B92-67D0-4593-9EB9-B7DFD96A3EE7}" destId="{C3349A0E-1891-4FBB-9FAB-C7F554E86A34}" srcOrd="0" destOrd="0" presId="urn:microsoft.com/office/officeart/2005/8/layout/hierarchy1"/>
    <dgm:cxn modelId="{A5716E8D-5517-449D-AA1F-241DAEDF73F8}" type="presParOf" srcId="{97662B92-67D0-4593-9EB9-B7DFD96A3EE7}" destId="{DE78FD65-F5D8-4717-A6AC-8436DAB3956A}" srcOrd="1" destOrd="0" presId="urn:microsoft.com/office/officeart/2005/8/layout/hierarchy1"/>
    <dgm:cxn modelId="{9CA20E39-A97D-408C-998B-7058A9AC6C9B}" type="presParOf" srcId="{DE78FD65-F5D8-4717-A6AC-8436DAB3956A}" destId="{D39063F8-F2AD-442B-A001-933936433926}" srcOrd="0" destOrd="0" presId="urn:microsoft.com/office/officeart/2005/8/layout/hierarchy1"/>
    <dgm:cxn modelId="{F2179AE8-9BCA-4880-A012-B753611BFDD1}" type="presParOf" srcId="{D39063F8-F2AD-442B-A001-933936433926}" destId="{2BFFF221-72D7-4DEF-89C2-E295D8D9D7D5}" srcOrd="0" destOrd="0" presId="urn:microsoft.com/office/officeart/2005/8/layout/hierarchy1"/>
    <dgm:cxn modelId="{0C2B3954-E037-4980-B5EF-18F4881E81A1}" type="presParOf" srcId="{D39063F8-F2AD-442B-A001-933936433926}" destId="{9CF0D0D2-E0CF-4AEF-8CCB-7CBC19288833}" srcOrd="1" destOrd="0" presId="urn:microsoft.com/office/officeart/2005/8/layout/hierarchy1"/>
    <dgm:cxn modelId="{9AAE5D3E-2014-44C6-8F15-B3B0BBC4D2E8}" type="presParOf" srcId="{DE78FD65-F5D8-4717-A6AC-8436DAB3956A}" destId="{6ED9EC6F-2A76-4324-9340-C884D29E85D2}" srcOrd="1" destOrd="0" presId="urn:microsoft.com/office/officeart/2005/8/layout/hierarchy1"/>
    <dgm:cxn modelId="{F2FC141A-E591-4BC2-93C0-589B685B75C5}" type="presParOf" srcId="{97662B92-67D0-4593-9EB9-B7DFD96A3EE7}" destId="{B2CC0223-5273-4A89-BBA4-1A01F23A1504}" srcOrd="2" destOrd="0" presId="urn:microsoft.com/office/officeart/2005/8/layout/hierarchy1"/>
    <dgm:cxn modelId="{65F9B15D-6294-494D-A3D0-0AD37C6B2114}" type="presParOf" srcId="{97662B92-67D0-4593-9EB9-B7DFD96A3EE7}" destId="{FAD8C009-483A-4244-B9C4-6BBCB20140C2}" srcOrd="3" destOrd="0" presId="urn:microsoft.com/office/officeart/2005/8/layout/hierarchy1"/>
    <dgm:cxn modelId="{A7FED0C3-94A3-43AC-956A-B9190E7717EB}" type="presParOf" srcId="{FAD8C009-483A-4244-B9C4-6BBCB20140C2}" destId="{13C677D9-8D39-4091-A41C-43FC3DA50066}" srcOrd="0" destOrd="0" presId="urn:microsoft.com/office/officeart/2005/8/layout/hierarchy1"/>
    <dgm:cxn modelId="{DE5D522C-ABB9-4585-815E-5939A3E35CC8}" type="presParOf" srcId="{13C677D9-8D39-4091-A41C-43FC3DA50066}" destId="{A2C27DBB-880F-46BE-9410-3324DBBAEB02}" srcOrd="0" destOrd="0" presId="urn:microsoft.com/office/officeart/2005/8/layout/hierarchy1"/>
    <dgm:cxn modelId="{C53235DA-0628-47B7-8220-5266B4B5A7FE}" type="presParOf" srcId="{13C677D9-8D39-4091-A41C-43FC3DA50066}" destId="{FB4302B5-9CCD-4AC1-95D5-92425AF706B5}" srcOrd="1" destOrd="0" presId="urn:microsoft.com/office/officeart/2005/8/layout/hierarchy1"/>
    <dgm:cxn modelId="{C5A8A1BB-D9CA-4CDE-88FD-349147CF5763}" type="presParOf" srcId="{FAD8C009-483A-4244-B9C4-6BBCB20140C2}" destId="{02EB2CC0-3675-4672-92BB-49FAF625B7C3}" srcOrd="1" destOrd="0" presId="urn:microsoft.com/office/officeart/2005/8/layout/hierarchy1"/>
    <dgm:cxn modelId="{705DF9EF-9C2E-4915-BA6D-193D694B2E37}" type="presParOf" srcId="{97662B92-67D0-4593-9EB9-B7DFD96A3EE7}" destId="{901D4600-92D0-4FEE-8302-928CAFC744A8}" srcOrd="4" destOrd="0" presId="urn:microsoft.com/office/officeart/2005/8/layout/hierarchy1"/>
    <dgm:cxn modelId="{840B269D-6A7B-47BC-A350-02D58340066E}" type="presParOf" srcId="{97662B92-67D0-4593-9EB9-B7DFD96A3EE7}" destId="{E03CC9E8-4C81-4DEE-BE41-980EECCAB78C}" srcOrd="5" destOrd="0" presId="urn:microsoft.com/office/officeart/2005/8/layout/hierarchy1"/>
    <dgm:cxn modelId="{304DFBF6-CA17-44DC-A196-1E2CCB0F5553}" type="presParOf" srcId="{E03CC9E8-4C81-4DEE-BE41-980EECCAB78C}" destId="{98804C0B-80BF-4C49-BD6E-43649F9AD031}" srcOrd="0" destOrd="0" presId="urn:microsoft.com/office/officeart/2005/8/layout/hierarchy1"/>
    <dgm:cxn modelId="{1E7B8DF5-F398-46FC-B5EA-B8C547FFB8A5}" type="presParOf" srcId="{98804C0B-80BF-4C49-BD6E-43649F9AD031}" destId="{F07C04C4-4642-40BD-886B-E1D3795B7456}" srcOrd="0" destOrd="0" presId="urn:microsoft.com/office/officeart/2005/8/layout/hierarchy1"/>
    <dgm:cxn modelId="{354C1066-CABC-45AD-976B-21E63AD3EE20}" type="presParOf" srcId="{98804C0B-80BF-4C49-BD6E-43649F9AD031}" destId="{D06D12C6-2320-45BE-A731-B19B23608D9B}" srcOrd="1" destOrd="0" presId="urn:microsoft.com/office/officeart/2005/8/layout/hierarchy1"/>
    <dgm:cxn modelId="{C2170F2A-DE85-48D2-A298-EEFC093F46A7}" type="presParOf" srcId="{E03CC9E8-4C81-4DEE-BE41-980EECCAB78C}" destId="{5DE71DD4-DE37-4F04-B8BC-608A4BF264A5}" srcOrd="1" destOrd="0" presId="urn:microsoft.com/office/officeart/2005/8/layout/hierarchy1"/>
    <dgm:cxn modelId="{A2CBC88E-EB09-4D36-9367-7CD531BF72B9}" type="presParOf" srcId="{97662B92-67D0-4593-9EB9-B7DFD96A3EE7}" destId="{7EEC6FD3-DA16-460F-B13A-18B03CA0FF76}" srcOrd="6" destOrd="0" presId="urn:microsoft.com/office/officeart/2005/8/layout/hierarchy1"/>
    <dgm:cxn modelId="{3525D619-2A3E-4A3C-93FE-60509048E882}" type="presParOf" srcId="{97662B92-67D0-4593-9EB9-B7DFD96A3EE7}" destId="{B760FF8F-6610-459A-8CB3-AFF5E30D064C}" srcOrd="7" destOrd="0" presId="urn:microsoft.com/office/officeart/2005/8/layout/hierarchy1"/>
    <dgm:cxn modelId="{EFF05501-25AA-4C85-ACA7-59982B7C8E4B}" type="presParOf" srcId="{B760FF8F-6610-459A-8CB3-AFF5E30D064C}" destId="{E2B7BF0C-FFDA-4C2F-99DB-11E0F869BB97}" srcOrd="0" destOrd="0" presId="urn:microsoft.com/office/officeart/2005/8/layout/hierarchy1"/>
    <dgm:cxn modelId="{95AAF182-C378-47AB-B8E0-4B982735E428}" type="presParOf" srcId="{E2B7BF0C-FFDA-4C2F-99DB-11E0F869BB97}" destId="{D3EE12D9-618C-4E9F-9B4C-87F8DB9B4666}" srcOrd="0" destOrd="0" presId="urn:microsoft.com/office/officeart/2005/8/layout/hierarchy1"/>
    <dgm:cxn modelId="{7DE53286-F72B-4A99-AEAD-257AC2BDB0E6}" type="presParOf" srcId="{E2B7BF0C-FFDA-4C2F-99DB-11E0F869BB97}" destId="{DCB5F186-0EB6-40A9-9ADA-50B7B62508CE}" srcOrd="1" destOrd="0" presId="urn:microsoft.com/office/officeart/2005/8/layout/hierarchy1"/>
    <dgm:cxn modelId="{C3A64F78-2281-4ACD-8DBB-8BD1392B9544}" type="presParOf" srcId="{B760FF8F-6610-459A-8CB3-AFF5E30D064C}" destId="{2AC66986-834B-4B5B-81FD-4A793B1F2FAD}" srcOrd="1" destOrd="0" presId="urn:microsoft.com/office/officeart/2005/8/layout/hierarchy1"/>
    <dgm:cxn modelId="{55B0D59A-444F-4698-B64E-4E1256CFA42E}" type="presParOf" srcId="{97662B92-67D0-4593-9EB9-B7DFD96A3EE7}" destId="{F1220FAE-0760-4D97-BE0E-5BC2F24377A7}" srcOrd="8" destOrd="0" presId="urn:microsoft.com/office/officeart/2005/8/layout/hierarchy1"/>
    <dgm:cxn modelId="{778A21B0-27E4-4D78-A2DC-D990BAA725B8}" type="presParOf" srcId="{97662B92-67D0-4593-9EB9-B7DFD96A3EE7}" destId="{187E8DEB-2AC1-4379-90F2-DACAFB71810B}" srcOrd="9" destOrd="0" presId="urn:microsoft.com/office/officeart/2005/8/layout/hierarchy1"/>
    <dgm:cxn modelId="{3F7E402F-918E-490A-8CDD-669CDB5E9C83}" type="presParOf" srcId="{187E8DEB-2AC1-4379-90F2-DACAFB71810B}" destId="{97B726CF-DC13-4C0A-9A04-FE19F180AEFD}" srcOrd="0" destOrd="0" presId="urn:microsoft.com/office/officeart/2005/8/layout/hierarchy1"/>
    <dgm:cxn modelId="{E82D1224-D07E-4144-8A67-68295440919D}" type="presParOf" srcId="{97B726CF-DC13-4C0A-9A04-FE19F180AEFD}" destId="{4AB80335-B4EE-4F61-B10E-1D78165A1A0D}" srcOrd="0" destOrd="0" presId="urn:microsoft.com/office/officeart/2005/8/layout/hierarchy1"/>
    <dgm:cxn modelId="{66990A6F-9352-4159-829D-84428B1E109D}" type="presParOf" srcId="{97B726CF-DC13-4C0A-9A04-FE19F180AEFD}" destId="{1801417B-B713-4000-9B61-31CB89E4DDB0}" srcOrd="1" destOrd="0" presId="urn:microsoft.com/office/officeart/2005/8/layout/hierarchy1"/>
    <dgm:cxn modelId="{9B12B50E-5162-47C6-84E3-0BEFB026E4CD}" type="presParOf" srcId="{187E8DEB-2AC1-4379-90F2-DACAFB71810B}" destId="{8746EBD0-0C79-4D49-B6B5-880DF3E8294C}" srcOrd="1" destOrd="0" presId="urn:microsoft.com/office/officeart/2005/8/layout/hierarchy1"/>
    <dgm:cxn modelId="{2EB8995C-9B6A-4979-808C-6C378A47E2A2}" type="presParOf" srcId="{99034893-47F5-44FB-A002-CF26949240EC}" destId="{93ED15C4-31EE-4596-8EAF-B01B51DDC30B}" srcOrd="2" destOrd="0" presId="urn:microsoft.com/office/officeart/2005/8/layout/hierarchy1"/>
    <dgm:cxn modelId="{0364958D-1B11-4A92-BEFD-69FB55395BB3}" type="presParOf" srcId="{99034893-47F5-44FB-A002-CF26949240EC}" destId="{D4B57B52-979C-4B53-BAB3-6E8C5ED0174B}" srcOrd="3" destOrd="0" presId="urn:microsoft.com/office/officeart/2005/8/layout/hierarchy1"/>
    <dgm:cxn modelId="{C6AF29C0-627B-4517-8232-AC0386DAD200}" type="presParOf" srcId="{D4B57B52-979C-4B53-BAB3-6E8C5ED0174B}" destId="{F29223ED-122C-4A71-929A-A35ED1718835}" srcOrd="0" destOrd="0" presId="urn:microsoft.com/office/officeart/2005/8/layout/hierarchy1"/>
    <dgm:cxn modelId="{0DB04398-853A-4EAB-B349-B74A9E8631F4}" type="presParOf" srcId="{F29223ED-122C-4A71-929A-A35ED1718835}" destId="{C3EFFC08-B84E-4662-A11E-6A2D1AC35681}" srcOrd="0" destOrd="0" presId="urn:microsoft.com/office/officeart/2005/8/layout/hierarchy1"/>
    <dgm:cxn modelId="{99AC71BE-C6FA-4B3C-BEC6-AADF70C1F091}" type="presParOf" srcId="{F29223ED-122C-4A71-929A-A35ED1718835}" destId="{75860AE1-8E3C-401F-96EA-79F9B594ECC8}" srcOrd="1" destOrd="0" presId="urn:microsoft.com/office/officeart/2005/8/layout/hierarchy1"/>
    <dgm:cxn modelId="{0664FD11-B5B9-4A69-A7B8-F2B89910BB24}" type="presParOf" srcId="{D4B57B52-979C-4B53-BAB3-6E8C5ED0174B}" destId="{EDAC4752-C1DD-445F-B1BA-B338B8F9E6FB}" srcOrd="1" destOrd="0" presId="urn:microsoft.com/office/officeart/2005/8/layout/hierarchy1"/>
    <dgm:cxn modelId="{F64C3C2E-FA8A-463B-948E-BC7ED8E7A80E}" type="presParOf" srcId="{EDAC4752-C1DD-445F-B1BA-B338B8F9E6FB}" destId="{046258F7-E7D4-4B29-8C7B-A4EA75DEFCBC}" srcOrd="0" destOrd="0" presId="urn:microsoft.com/office/officeart/2005/8/layout/hierarchy1"/>
    <dgm:cxn modelId="{78B93042-D747-4CFE-980B-62B8F4C09C2D}" type="presParOf" srcId="{EDAC4752-C1DD-445F-B1BA-B338B8F9E6FB}" destId="{91C304FD-BDBE-49B4-86E6-EF205FED0097}" srcOrd="1" destOrd="0" presId="urn:microsoft.com/office/officeart/2005/8/layout/hierarchy1"/>
    <dgm:cxn modelId="{DAB5E707-41E7-4A75-BF40-4DF0E6C120C2}" type="presParOf" srcId="{91C304FD-BDBE-49B4-86E6-EF205FED0097}" destId="{97214E8D-4A6A-416E-93F3-265642D934AC}" srcOrd="0" destOrd="0" presId="urn:microsoft.com/office/officeart/2005/8/layout/hierarchy1"/>
    <dgm:cxn modelId="{608A0825-5AD3-45FB-A653-1A082433FB83}" type="presParOf" srcId="{97214E8D-4A6A-416E-93F3-265642D934AC}" destId="{A20FE4C8-719A-4B24-B6EE-97BF7E7B67DD}" srcOrd="0" destOrd="0" presId="urn:microsoft.com/office/officeart/2005/8/layout/hierarchy1"/>
    <dgm:cxn modelId="{5762349A-8630-4338-88EF-8F809605181B}" type="presParOf" srcId="{97214E8D-4A6A-416E-93F3-265642D934AC}" destId="{E1C1B9E0-876D-4B24-9DCE-6A81726AA27A}" srcOrd="1" destOrd="0" presId="urn:microsoft.com/office/officeart/2005/8/layout/hierarchy1"/>
    <dgm:cxn modelId="{25907D54-F95E-4DE6-A0F2-0DC711A5163A}" type="presParOf" srcId="{91C304FD-BDBE-49B4-86E6-EF205FED0097}" destId="{D3B93C9F-54E1-4804-9103-2693A89A5FAD}" srcOrd="1" destOrd="0" presId="urn:microsoft.com/office/officeart/2005/8/layout/hierarchy1"/>
    <dgm:cxn modelId="{3FE6C3FB-8570-4E49-ACC8-E5D69F45A281}" type="presParOf" srcId="{EDAC4752-C1DD-445F-B1BA-B338B8F9E6FB}" destId="{0606387D-A459-4D48-B5A4-21CAF61A63AE}" srcOrd="2" destOrd="0" presId="urn:microsoft.com/office/officeart/2005/8/layout/hierarchy1"/>
    <dgm:cxn modelId="{0FCD474C-8DB1-4DB6-8A7D-1AA0CBB35DB2}" type="presParOf" srcId="{EDAC4752-C1DD-445F-B1BA-B338B8F9E6FB}" destId="{D7427AF5-2C6D-468E-AE3E-9338890F6880}" srcOrd="3" destOrd="0" presId="urn:microsoft.com/office/officeart/2005/8/layout/hierarchy1"/>
    <dgm:cxn modelId="{09902050-2A45-4BBC-8501-35C590CC7487}" type="presParOf" srcId="{D7427AF5-2C6D-468E-AE3E-9338890F6880}" destId="{2BEC614E-0BB6-4F9B-AA9E-58431D72E488}" srcOrd="0" destOrd="0" presId="urn:microsoft.com/office/officeart/2005/8/layout/hierarchy1"/>
    <dgm:cxn modelId="{2D3A791D-A2F7-40B1-9236-EC0B19F9FD5B}" type="presParOf" srcId="{2BEC614E-0BB6-4F9B-AA9E-58431D72E488}" destId="{1A92E942-9F8C-4AE7-8719-697D4A96DE33}" srcOrd="0" destOrd="0" presId="urn:microsoft.com/office/officeart/2005/8/layout/hierarchy1"/>
    <dgm:cxn modelId="{E8BBD5DF-95F0-4E9A-9478-8258BCFEE4C9}" type="presParOf" srcId="{2BEC614E-0BB6-4F9B-AA9E-58431D72E488}" destId="{3603925B-5BA2-4131-B1B5-E32905427A34}" srcOrd="1" destOrd="0" presId="urn:microsoft.com/office/officeart/2005/8/layout/hierarchy1"/>
    <dgm:cxn modelId="{260EB6BD-CA0C-40B1-9413-DB709621A669}" type="presParOf" srcId="{D7427AF5-2C6D-468E-AE3E-9338890F6880}" destId="{BDC47F0F-C2E9-436E-BA29-5FD621E6F62A}" srcOrd="1" destOrd="0" presId="urn:microsoft.com/office/officeart/2005/8/layout/hierarchy1"/>
    <dgm:cxn modelId="{F8072516-CBD8-4975-A8A3-B0333B897B6F}" type="presParOf" srcId="{EDAC4752-C1DD-445F-B1BA-B338B8F9E6FB}" destId="{A195C61F-99F8-4499-B942-5E6CE3DC4EAE}" srcOrd="4" destOrd="0" presId="urn:microsoft.com/office/officeart/2005/8/layout/hierarchy1"/>
    <dgm:cxn modelId="{4151C9E7-BA55-479E-9A15-CDF22C2DCA3A}" type="presParOf" srcId="{EDAC4752-C1DD-445F-B1BA-B338B8F9E6FB}" destId="{EF826903-9BF7-4375-AC3F-152FCD920F90}" srcOrd="5" destOrd="0" presId="urn:microsoft.com/office/officeart/2005/8/layout/hierarchy1"/>
    <dgm:cxn modelId="{C9471580-AC13-41C2-A886-DE7313BD803E}" type="presParOf" srcId="{EF826903-9BF7-4375-AC3F-152FCD920F90}" destId="{AD34B7E0-D05E-449E-A908-BFF91E1DD554}" srcOrd="0" destOrd="0" presId="urn:microsoft.com/office/officeart/2005/8/layout/hierarchy1"/>
    <dgm:cxn modelId="{40482659-450A-4027-BA66-E385BC923F13}" type="presParOf" srcId="{AD34B7E0-D05E-449E-A908-BFF91E1DD554}" destId="{34052023-C1A6-4FCF-A195-920DF5C965F7}" srcOrd="0" destOrd="0" presId="urn:microsoft.com/office/officeart/2005/8/layout/hierarchy1"/>
    <dgm:cxn modelId="{3D5D6084-1BCD-4558-956F-610EFD9DC8FE}" type="presParOf" srcId="{AD34B7E0-D05E-449E-A908-BFF91E1DD554}" destId="{C676E10F-66A5-4FEA-B250-832D28A9FCD6}" srcOrd="1" destOrd="0" presId="urn:microsoft.com/office/officeart/2005/8/layout/hierarchy1"/>
    <dgm:cxn modelId="{2292E917-57F1-4FCE-B47D-BB30BC7ADAD3}" type="presParOf" srcId="{EF826903-9BF7-4375-AC3F-152FCD920F90}" destId="{91CE760C-EF05-462C-98CB-6C6023B826F9}" srcOrd="1" destOrd="0" presId="urn:microsoft.com/office/officeart/2005/8/layout/hierarchy1"/>
    <dgm:cxn modelId="{F7CF88D5-317F-44E0-A15A-04DFC1D9D9D4}" type="presParOf" srcId="{EDAC4752-C1DD-445F-B1BA-B338B8F9E6FB}" destId="{D2C42EDF-BD34-4AC5-B1FD-BCC275D75D60}" srcOrd="6" destOrd="0" presId="urn:microsoft.com/office/officeart/2005/8/layout/hierarchy1"/>
    <dgm:cxn modelId="{9B678CCF-D3EB-4040-9EFF-0E8D6EC20E67}" type="presParOf" srcId="{EDAC4752-C1DD-445F-B1BA-B338B8F9E6FB}" destId="{7B2DCAB6-42D1-4C7D-AC16-CA6696457365}" srcOrd="7" destOrd="0" presId="urn:microsoft.com/office/officeart/2005/8/layout/hierarchy1"/>
    <dgm:cxn modelId="{CD48AC55-C76A-4DBE-A082-67F2A090ADDF}" type="presParOf" srcId="{7B2DCAB6-42D1-4C7D-AC16-CA6696457365}" destId="{CF9B3611-0FBC-4388-A59A-A63560D5A2EF}" srcOrd="0" destOrd="0" presId="urn:microsoft.com/office/officeart/2005/8/layout/hierarchy1"/>
    <dgm:cxn modelId="{24A62F20-EC84-494C-AFB8-79E336D37EA4}" type="presParOf" srcId="{CF9B3611-0FBC-4388-A59A-A63560D5A2EF}" destId="{2E6D7162-7F8D-420D-AB67-7310AB00B75E}" srcOrd="0" destOrd="0" presId="urn:microsoft.com/office/officeart/2005/8/layout/hierarchy1"/>
    <dgm:cxn modelId="{70DAB5E5-CB85-4040-9A2C-A82879E773E3}" type="presParOf" srcId="{CF9B3611-0FBC-4388-A59A-A63560D5A2EF}" destId="{70DA0C58-D41C-4649-B261-2294A652D03A}" srcOrd="1" destOrd="0" presId="urn:microsoft.com/office/officeart/2005/8/layout/hierarchy1"/>
    <dgm:cxn modelId="{F704D15F-67FC-46EB-A105-BA0CE50DA4CA}" type="presParOf" srcId="{7B2DCAB6-42D1-4C7D-AC16-CA6696457365}" destId="{E93BB6E8-D8E6-4A6E-BB0F-89EC29B445E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B2A580-C2F9-4444-9DF4-422ADBB84043}" type="doc">
      <dgm:prSet loTypeId="urn:microsoft.com/office/officeart/2017/3/layout/DropPinTimeline" loCatId="timeline" qsTypeId="urn:microsoft.com/office/officeart/2005/8/quickstyle/simple3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22B7833C-5BE2-459E-8FF7-F237AE6DD4C8}">
      <dgm:prSet phldr="0"/>
      <dgm:spPr/>
      <dgm:t>
        <a:bodyPr/>
        <a:lstStyle/>
        <a:p>
          <a:pPr>
            <a:defRPr b="1"/>
          </a:pPr>
          <a:r>
            <a:rPr lang="en-US" dirty="0"/>
            <a:t>Define campaign goals.</a:t>
          </a:r>
          <a:endParaRPr lang="en-US" dirty="0">
            <a:latin typeface="Aptos"/>
          </a:endParaRPr>
        </a:p>
      </dgm:t>
    </dgm:pt>
    <dgm:pt modelId="{3ADBA51B-0CBA-4C51-B99C-BC0123C9EB1D}" type="parTrans" cxnId="{9139B43C-3681-477B-B724-CAC9D5E887FA}">
      <dgm:prSet/>
      <dgm:spPr/>
    </dgm:pt>
    <dgm:pt modelId="{AB606E41-9E2F-4144-940C-FDE8F8BE2078}" type="sibTrans" cxnId="{9139B43C-3681-477B-B724-CAC9D5E887FA}">
      <dgm:prSet/>
      <dgm:spPr/>
      <dgm:t>
        <a:bodyPr/>
        <a:lstStyle/>
        <a:p>
          <a:endParaRPr lang="en-US"/>
        </a:p>
      </dgm:t>
    </dgm:pt>
    <dgm:pt modelId="{1F9F12E1-B59C-4E7D-9988-9248BA8E0539}">
      <dgm:prSet phldr="0"/>
      <dgm:spPr/>
      <dgm:t>
        <a:bodyPr/>
        <a:lstStyle/>
        <a:p>
          <a:pPr>
            <a:defRPr b="1"/>
          </a:pPr>
          <a:r>
            <a:rPr lang="en-US" dirty="0"/>
            <a:t>Segment suppliers by product category.</a:t>
          </a:r>
        </a:p>
      </dgm:t>
    </dgm:pt>
    <dgm:pt modelId="{579D0C01-E953-49C5-8C0C-AA56CF92EA1F}" type="parTrans" cxnId="{4A9E2BC3-7A81-45F3-83EC-5DC469690416}">
      <dgm:prSet/>
      <dgm:spPr/>
    </dgm:pt>
    <dgm:pt modelId="{BE1A284D-DE0C-4A1B-8AC9-DE9CB4EA8B99}" type="sibTrans" cxnId="{4A9E2BC3-7A81-45F3-83EC-5DC469690416}">
      <dgm:prSet/>
      <dgm:spPr/>
      <dgm:t>
        <a:bodyPr/>
        <a:lstStyle/>
        <a:p>
          <a:endParaRPr lang="en-US"/>
        </a:p>
      </dgm:t>
    </dgm:pt>
    <dgm:pt modelId="{57B1F119-AF6F-49FA-8C95-7ED776E41785}">
      <dgm:prSet phldr="0"/>
      <dgm:spPr/>
      <dgm:t>
        <a:bodyPr/>
        <a:lstStyle/>
        <a:p>
          <a:pPr>
            <a:defRPr b="1"/>
          </a:pPr>
          <a:r>
            <a:rPr lang="en-US" dirty="0"/>
            <a:t>Assess supplier performance and customer demand.</a:t>
          </a:r>
        </a:p>
      </dgm:t>
    </dgm:pt>
    <dgm:pt modelId="{6807EF86-F818-4226-AB22-8420575A28B0}" type="parTrans" cxnId="{B4A06F11-751C-4281-B8F2-5DFDE890AA26}">
      <dgm:prSet/>
      <dgm:spPr/>
    </dgm:pt>
    <dgm:pt modelId="{7F238A26-06AF-4A5B-99D1-1CDC05057A79}" type="sibTrans" cxnId="{B4A06F11-751C-4281-B8F2-5DFDE890AA26}">
      <dgm:prSet/>
      <dgm:spPr/>
      <dgm:t>
        <a:bodyPr/>
        <a:lstStyle/>
        <a:p>
          <a:endParaRPr lang="en-US"/>
        </a:p>
      </dgm:t>
    </dgm:pt>
    <dgm:pt modelId="{4FEAFE05-4D4F-477F-B146-87A217D2B68D}">
      <dgm:prSet phldr="0"/>
      <dgm:spPr/>
      <dgm:t>
        <a:bodyPr/>
        <a:lstStyle/>
        <a:p>
          <a:pPr>
            <a:defRPr b="1"/>
          </a:pPr>
          <a:r>
            <a:rPr lang="en-US" dirty="0"/>
            <a:t>Consider supplier reputation and brand alignment.</a:t>
          </a:r>
        </a:p>
      </dgm:t>
    </dgm:pt>
    <dgm:pt modelId="{39BA1B1A-76F3-43D0-A4E9-A59F2471DC5A}" type="parTrans" cxnId="{6CBCEC51-037A-4A15-8551-95B82D28BC4D}">
      <dgm:prSet/>
      <dgm:spPr/>
    </dgm:pt>
    <dgm:pt modelId="{F057D49C-B71D-4171-9C9C-B599FD2F5585}" type="sibTrans" cxnId="{6CBCEC51-037A-4A15-8551-95B82D28BC4D}">
      <dgm:prSet/>
      <dgm:spPr/>
      <dgm:t>
        <a:bodyPr/>
        <a:lstStyle/>
        <a:p>
          <a:endParaRPr lang="en-US"/>
        </a:p>
      </dgm:t>
    </dgm:pt>
    <dgm:pt modelId="{11449276-B27E-4A12-90F1-11D0FA091AE7}">
      <dgm:prSet phldr="0"/>
      <dgm:spPr/>
      <dgm:t>
        <a:bodyPr/>
        <a:lstStyle/>
        <a:p>
          <a:pPr>
            <a:defRPr b="1"/>
          </a:pPr>
          <a:r>
            <a:rPr lang="en-US" dirty="0"/>
            <a:t>Evaluate supplier digital presence and capabilities.</a:t>
          </a:r>
        </a:p>
      </dgm:t>
    </dgm:pt>
    <dgm:pt modelId="{6F56221C-D75B-4A43-A284-79A626A610A2}" type="parTrans" cxnId="{F5A95DE8-320A-4CA5-BDAB-4ABAF60E4210}">
      <dgm:prSet/>
      <dgm:spPr/>
    </dgm:pt>
    <dgm:pt modelId="{FDA72CEB-46D7-416C-A005-5F91D720CEDF}" type="sibTrans" cxnId="{F5A95DE8-320A-4CA5-BDAB-4ABAF60E4210}">
      <dgm:prSet/>
      <dgm:spPr/>
      <dgm:t>
        <a:bodyPr/>
        <a:lstStyle/>
        <a:p>
          <a:endParaRPr lang="en-US"/>
        </a:p>
      </dgm:t>
    </dgm:pt>
    <dgm:pt modelId="{D9994350-61F2-49BC-A4BB-65CD105168F7}">
      <dgm:prSet phldr="0"/>
      <dgm:spPr/>
      <dgm:t>
        <a:bodyPr/>
        <a:lstStyle/>
        <a:p>
          <a:pPr>
            <a:defRPr b="1"/>
          </a:pPr>
          <a:r>
            <a:rPr lang="en-US" dirty="0"/>
            <a:t>Analyze cost and ROI potential.</a:t>
          </a:r>
        </a:p>
      </dgm:t>
    </dgm:pt>
    <dgm:pt modelId="{19715B8E-5D5C-4647-9FAD-7D619F91DFEE}" type="parTrans" cxnId="{7C09DC01-9958-4C6E-BD59-3EE5E6B06BE3}">
      <dgm:prSet/>
      <dgm:spPr/>
    </dgm:pt>
    <dgm:pt modelId="{52A9D73B-6717-49AC-B19C-6C980004116C}" type="sibTrans" cxnId="{7C09DC01-9958-4C6E-BD59-3EE5E6B06BE3}">
      <dgm:prSet/>
      <dgm:spPr/>
      <dgm:t>
        <a:bodyPr/>
        <a:lstStyle/>
        <a:p>
          <a:endParaRPr lang="en-US"/>
        </a:p>
      </dgm:t>
    </dgm:pt>
    <dgm:pt modelId="{10BA9F98-BA71-44D4-8600-A79F6EEC77B5}">
      <dgm:prSet phldr="0"/>
      <dgm:spPr/>
      <dgm:t>
        <a:bodyPr/>
        <a:lstStyle/>
        <a:p>
          <a:pPr>
            <a:defRPr b="1"/>
          </a:pPr>
          <a:r>
            <a:rPr lang="en-US" dirty="0"/>
            <a:t>Target geographically relevant suppliers.</a:t>
          </a:r>
        </a:p>
      </dgm:t>
    </dgm:pt>
    <dgm:pt modelId="{E3AC5029-ECBE-4898-BBC3-4A308E27E006}" type="parTrans" cxnId="{3D5B55D1-42EC-40AB-8538-64205D397AE9}">
      <dgm:prSet/>
      <dgm:spPr/>
    </dgm:pt>
    <dgm:pt modelId="{856C07E2-0358-4859-9C5D-08AA6FE3ED96}" type="sibTrans" cxnId="{3D5B55D1-42EC-40AB-8538-64205D397AE9}">
      <dgm:prSet/>
      <dgm:spPr/>
      <dgm:t>
        <a:bodyPr/>
        <a:lstStyle/>
        <a:p>
          <a:endParaRPr lang="en-US"/>
        </a:p>
      </dgm:t>
    </dgm:pt>
    <dgm:pt modelId="{954C9AC5-472F-45F6-9352-2FCFACDE8A7E}">
      <dgm:prSet phldr="0"/>
      <dgm:spPr/>
      <dgm:t>
        <a:bodyPr/>
        <a:lstStyle/>
        <a:p>
          <a:pPr>
            <a:defRPr b="1"/>
          </a:pPr>
          <a:r>
            <a:rPr lang="en-US" dirty="0"/>
            <a:t>Collaborate closely with suppliers willing to support campaigns.</a:t>
          </a:r>
        </a:p>
      </dgm:t>
    </dgm:pt>
    <dgm:pt modelId="{882328A3-7F00-41B0-B4B3-506E32A6A6E1}" type="parTrans" cxnId="{E24EFDE4-B1B3-4C6D-B0DF-74364B835FC4}">
      <dgm:prSet/>
      <dgm:spPr/>
    </dgm:pt>
    <dgm:pt modelId="{917084BA-9738-4D83-B592-49CE44998884}" type="sibTrans" cxnId="{E24EFDE4-B1B3-4C6D-B0DF-74364B835FC4}">
      <dgm:prSet/>
      <dgm:spPr/>
      <dgm:t>
        <a:bodyPr/>
        <a:lstStyle/>
        <a:p>
          <a:endParaRPr lang="en-US"/>
        </a:p>
      </dgm:t>
    </dgm:pt>
    <dgm:pt modelId="{A0567F75-D33C-4FA6-AAE3-EF22354AD0D6}">
      <dgm:prSet phldr="0"/>
      <dgm:spPr/>
      <dgm:t>
        <a:bodyPr/>
        <a:lstStyle/>
        <a:p>
          <a:pPr>
            <a:defRPr b="1"/>
          </a:pPr>
          <a:r>
            <a:rPr lang="en-US" dirty="0"/>
            <a:t>Choose appropriate ad channels for each supplier.</a:t>
          </a:r>
        </a:p>
      </dgm:t>
    </dgm:pt>
    <dgm:pt modelId="{407BB389-89DD-4401-BCAF-3514DBC11A11}" type="parTrans" cxnId="{5461FA02-93D5-46EF-811C-B7FEEDA72193}">
      <dgm:prSet/>
      <dgm:spPr/>
    </dgm:pt>
    <dgm:pt modelId="{61335667-9925-4CC5-8EB3-C9B0C1394FDE}" type="sibTrans" cxnId="{5461FA02-93D5-46EF-811C-B7FEEDA72193}">
      <dgm:prSet/>
      <dgm:spPr/>
      <dgm:t>
        <a:bodyPr/>
        <a:lstStyle/>
        <a:p>
          <a:endParaRPr lang="en-US"/>
        </a:p>
      </dgm:t>
    </dgm:pt>
    <dgm:pt modelId="{E497ECA2-2791-4470-B5F2-BB690C79C944}">
      <dgm:prSet phldr="0"/>
      <dgm:spPr/>
      <dgm:t>
        <a:bodyPr/>
        <a:lstStyle/>
        <a:p>
          <a:pPr>
            <a:defRPr b="1"/>
          </a:pPr>
          <a:r>
            <a:rPr lang="en-US" dirty="0"/>
            <a:t>Track and measure campaign results to optimize future strategies.</a:t>
          </a:r>
        </a:p>
      </dgm:t>
    </dgm:pt>
    <dgm:pt modelId="{FFA89918-FA29-487D-96BE-B351A0495BDD}" type="parTrans" cxnId="{188B74E4-4793-4DA4-BE55-9250E20B2738}">
      <dgm:prSet/>
      <dgm:spPr/>
    </dgm:pt>
    <dgm:pt modelId="{96A76CFF-1982-434D-AD60-7934B34CDA8A}" type="sibTrans" cxnId="{188B74E4-4793-4DA4-BE55-9250E20B2738}">
      <dgm:prSet/>
      <dgm:spPr/>
    </dgm:pt>
    <dgm:pt modelId="{183CC492-00C5-4A1E-876E-5C08A5C0F1CF}">
      <dgm:prSet phldr="0"/>
      <dgm:spPr/>
      <dgm:t>
        <a:bodyPr/>
        <a:lstStyle/>
        <a:p>
          <a:pPr>
            <a:defRPr b="1"/>
          </a:pPr>
          <a:r>
            <a:rPr lang="en-US" b="1" dirty="0"/>
            <a:t>Establish clear marketing objectives (brand awareness, sales growth, market expansion).</a:t>
          </a:r>
        </a:p>
      </dgm:t>
    </dgm:pt>
    <dgm:pt modelId="{BF19FBB3-7F79-45A0-B17A-8B41BF2E7BA2}" type="parTrans" cxnId="{83F91BDA-8F57-4437-9278-B9D3EDFA00F0}">
      <dgm:prSet/>
      <dgm:spPr/>
    </dgm:pt>
    <dgm:pt modelId="{31B1215D-92C5-4F05-89F9-7F49E47FDBC9}" type="sibTrans" cxnId="{83F91BDA-8F57-4437-9278-B9D3EDFA00F0}">
      <dgm:prSet/>
      <dgm:spPr/>
    </dgm:pt>
    <dgm:pt modelId="{CF385DFA-B23F-44A4-89C7-7F4B3F2AB9A4}" type="pres">
      <dgm:prSet presAssocID="{73B2A580-C2F9-4444-9DF4-422ADBB84043}" presName="root" presStyleCnt="0">
        <dgm:presLayoutVars>
          <dgm:chMax/>
          <dgm:chPref/>
          <dgm:animLvl val="lvl"/>
        </dgm:presLayoutVars>
      </dgm:prSet>
      <dgm:spPr/>
    </dgm:pt>
    <dgm:pt modelId="{8DCD6F50-BC6D-4D84-A812-23D4273A99EF}" type="pres">
      <dgm:prSet presAssocID="{73B2A580-C2F9-4444-9DF4-422ADBB84043}" presName="divider" presStyleLbl="fgAcc1" presStyleIdx="0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191D724A-0881-4A2A-952F-4324AF4DF45F}" type="pres">
      <dgm:prSet presAssocID="{73B2A580-C2F9-4444-9DF4-422ADBB84043}" presName="nodes" presStyleCnt="0">
        <dgm:presLayoutVars>
          <dgm:chMax/>
          <dgm:chPref/>
          <dgm:animLvl val="lvl"/>
        </dgm:presLayoutVars>
      </dgm:prSet>
      <dgm:spPr/>
    </dgm:pt>
    <dgm:pt modelId="{6D215ED4-ED4E-474D-90C9-1C6B72E5EED2}" type="pres">
      <dgm:prSet presAssocID="{22B7833C-5BE2-459E-8FF7-F237AE6DD4C8}" presName="composite" presStyleCnt="0"/>
      <dgm:spPr/>
    </dgm:pt>
    <dgm:pt modelId="{EE7B4FBC-5971-4B5E-BE6E-BE9BB3D048DD}" type="pres">
      <dgm:prSet presAssocID="{22B7833C-5BE2-459E-8FF7-F237AE6DD4C8}" presName="ConnectorPoint" presStyleLbl="lnNode1" presStyleIdx="0" presStyleCnt="11"/>
      <dgm:spPr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35EE097-30D7-41B0-994B-26CE8AF4B5ED}" type="pres">
      <dgm:prSet presAssocID="{22B7833C-5BE2-459E-8FF7-F237AE6DD4C8}" presName="DropPinPlaceHolder" presStyleCnt="0"/>
      <dgm:spPr/>
    </dgm:pt>
    <dgm:pt modelId="{882B5259-2B49-4F13-9F83-223191A18DB3}" type="pres">
      <dgm:prSet presAssocID="{22B7833C-5BE2-459E-8FF7-F237AE6DD4C8}" presName="DropPin" presStyleLbl="alignNode1" presStyleIdx="0" presStyleCnt="11"/>
      <dgm:spPr/>
    </dgm:pt>
    <dgm:pt modelId="{A644C2B0-71D1-4FF9-9875-231DA414BA48}" type="pres">
      <dgm:prSet presAssocID="{22B7833C-5BE2-459E-8FF7-F237AE6DD4C8}" presName="Ellipse" presStyleLbl="fgAcc1" presStyleIdx="1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319370D3-BA50-4546-84EC-42242483228A}" type="pres">
      <dgm:prSet presAssocID="{22B7833C-5BE2-459E-8FF7-F237AE6DD4C8}" presName="L2TextContainer" presStyleLbl="revTx" presStyleIdx="0" presStyleCnt="22">
        <dgm:presLayoutVars>
          <dgm:bulletEnabled val="1"/>
        </dgm:presLayoutVars>
      </dgm:prSet>
      <dgm:spPr/>
    </dgm:pt>
    <dgm:pt modelId="{5EF41B45-1A8F-4B98-8397-A2B988C5271F}" type="pres">
      <dgm:prSet presAssocID="{22B7833C-5BE2-459E-8FF7-F237AE6DD4C8}" presName="L1TextContainer" presStyleLbl="revTx" presStyleIdx="1" presStyleCnt="22">
        <dgm:presLayoutVars>
          <dgm:chMax val="1"/>
          <dgm:chPref val="1"/>
          <dgm:bulletEnabled val="1"/>
        </dgm:presLayoutVars>
      </dgm:prSet>
      <dgm:spPr/>
    </dgm:pt>
    <dgm:pt modelId="{4DB41D12-EF68-4D3D-A04B-DDBC3F3A17BE}" type="pres">
      <dgm:prSet presAssocID="{22B7833C-5BE2-459E-8FF7-F237AE6DD4C8}" presName="ConnectLine" presStyleLbl="sibTrans1D1" presStyleIdx="0" presStyleCnt="11"/>
      <dgm:spPr>
        <a:noFill/>
        <a:ln w="12700" cap="flat" cmpd="sng" algn="ctr">
          <a:solidFill>
            <a:schemeClr val="accent1">
              <a:shade val="90000"/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C448B964-9A27-4260-A2CF-6A3E73BE085A}" type="pres">
      <dgm:prSet presAssocID="{22B7833C-5BE2-459E-8FF7-F237AE6DD4C8}" presName="EmptyPlaceHolder" presStyleCnt="0"/>
      <dgm:spPr/>
    </dgm:pt>
    <dgm:pt modelId="{3C57DC20-2627-4084-BD08-7E8F55ADAF20}" type="pres">
      <dgm:prSet presAssocID="{AB606E41-9E2F-4144-940C-FDE8F8BE2078}" presName="spaceBetweenRectangles" presStyleCnt="0"/>
      <dgm:spPr/>
    </dgm:pt>
    <dgm:pt modelId="{F9E58409-FA5D-49B7-BC9C-FF366E712530}" type="pres">
      <dgm:prSet presAssocID="{183CC492-00C5-4A1E-876E-5C08A5C0F1CF}" presName="composite" presStyleCnt="0"/>
      <dgm:spPr/>
    </dgm:pt>
    <dgm:pt modelId="{FFB161E0-27BB-4725-9C77-8D87EB0BC91A}" type="pres">
      <dgm:prSet presAssocID="{183CC492-00C5-4A1E-876E-5C08A5C0F1CF}" presName="ConnectorPoint" presStyleLbl="lnNode1" presStyleIdx="1" presStyleCnt="11"/>
      <dgm:spPr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9DE2744-1D71-464C-B661-C02B2F4E4EB9}" type="pres">
      <dgm:prSet presAssocID="{183CC492-00C5-4A1E-876E-5C08A5C0F1CF}" presName="DropPinPlaceHolder" presStyleCnt="0"/>
      <dgm:spPr/>
    </dgm:pt>
    <dgm:pt modelId="{9F7696A2-ECFF-4D03-8CF0-BB305435AC9D}" type="pres">
      <dgm:prSet presAssocID="{183CC492-00C5-4A1E-876E-5C08A5C0F1CF}" presName="DropPin" presStyleLbl="alignNode1" presStyleIdx="1" presStyleCnt="11"/>
      <dgm:spPr/>
    </dgm:pt>
    <dgm:pt modelId="{021DB1B0-2D53-48F0-A109-93A38AFB5225}" type="pres">
      <dgm:prSet presAssocID="{183CC492-00C5-4A1E-876E-5C08A5C0F1CF}" presName="Ellipse" presStyleLbl="fgAcc1" presStyleIdx="2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7C35EEE5-9194-4119-AF93-B7FE4CB38E86}" type="pres">
      <dgm:prSet presAssocID="{183CC492-00C5-4A1E-876E-5C08A5C0F1CF}" presName="L2TextContainer" presStyleLbl="revTx" presStyleIdx="2" presStyleCnt="22">
        <dgm:presLayoutVars>
          <dgm:bulletEnabled val="1"/>
        </dgm:presLayoutVars>
      </dgm:prSet>
      <dgm:spPr/>
    </dgm:pt>
    <dgm:pt modelId="{A6808F95-BE95-43C7-B158-06F8A849B1BC}" type="pres">
      <dgm:prSet presAssocID="{183CC492-00C5-4A1E-876E-5C08A5C0F1CF}" presName="L1TextContainer" presStyleLbl="revTx" presStyleIdx="3" presStyleCnt="22">
        <dgm:presLayoutVars>
          <dgm:chMax val="1"/>
          <dgm:chPref val="1"/>
          <dgm:bulletEnabled val="1"/>
        </dgm:presLayoutVars>
      </dgm:prSet>
      <dgm:spPr/>
    </dgm:pt>
    <dgm:pt modelId="{D95A1828-B38A-4E63-821B-C19F0B4356AB}" type="pres">
      <dgm:prSet presAssocID="{183CC492-00C5-4A1E-876E-5C08A5C0F1CF}" presName="ConnectLine" presStyleLbl="sibTrans1D1" presStyleIdx="1" presStyleCnt="11"/>
      <dgm:spPr>
        <a:noFill/>
        <a:ln w="12700" cap="flat" cmpd="sng" algn="ctr">
          <a:solidFill>
            <a:schemeClr val="accent1">
              <a:shade val="90000"/>
              <a:hueOff val="-55470"/>
              <a:satOff val="-1061"/>
              <a:lumOff val="5218"/>
              <a:alphaOff val="0"/>
            </a:schemeClr>
          </a:solidFill>
          <a:prstDash val="dash"/>
          <a:miter lim="800000"/>
        </a:ln>
        <a:effectLst/>
      </dgm:spPr>
    </dgm:pt>
    <dgm:pt modelId="{94BDAC4B-7935-4C29-9DD8-011EA60FF43F}" type="pres">
      <dgm:prSet presAssocID="{183CC492-00C5-4A1E-876E-5C08A5C0F1CF}" presName="EmptyPlaceHolder" presStyleCnt="0"/>
      <dgm:spPr/>
    </dgm:pt>
    <dgm:pt modelId="{0E44264C-24B1-4EAF-A49C-14161C311BCB}" type="pres">
      <dgm:prSet presAssocID="{31B1215D-92C5-4F05-89F9-7F49E47FDBC9}" presName="spaceBetweenRectangles" presStyleCnt="0"/>
      <dgm:spPr/>
    </dgm:pt>
    <dgm:pt modelId="{BFF2B5AD-80C4-465A-A485-720EDD62FFA2}" type="pres">
      <dgm:prSet presAssocID="{1F9F12E1-B59C-4E7D-9988-9248BA8E0539}" presName="composite" presStyleCnt="0"/>
      <dgm:spPr/>
    </dgm:pt>
    <dgm:pt modelId="{022CAF4B-2401-4E05-AD16-D03BE9139335}" type="pres">
      <dgm:prSet presAssocID="{1F9F12E1-B59C-4E7D-9988-9248BA8E0539}" presName="ConnectorPoint" presStyleLbl="lnNode1" presStyleIdx="2" presStyleCnt="11"/>
      <dgm:spPr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9CBD18E-3FDE-432A-A0D5-932FD3DF20A7}" type="pres">
      <dgm:prSet presAssocID="{1F9F12E1-B59C-4E7D-9988-9248BA8E0539}" presName="DropPinPlaceHolder" presStyleCnt="0"/>
      <dgm:spPr/>
    </dgm:pt>
    <dgm:pt modelId="{1C4BF945-E6A6-4E24-912B-ECC756C08B05}" type="pres">
      <dgm:prSet presAssocID="{1F9F12E1-B59C-4E7D-9988-9248BA8E0539}" presName="DropPin" presStyleLbl="alignNode1" presStyleIdx="2" presStyleCnt="11"/>
      <dgm:spPr/>
    </dgm:pt>
    <dgm:pt modelId="{60E48BDB-0EE5-4D41-A1CB-EBE03C8C1D14}" type="pres">
      <dgm:prSet presAssocID="{1F9F12E1-B59C-4E7D-9988-9248BA8E0539}" presName="Ellipse" presStyleLbl="fgAcc1" presStyleIdx="3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DFFDD80B-FD1E-4275-9141-6E7354FC94CE}" type="pres">
      <dgm:prSet presAssocID="{1F9F12E1-B59C-4E7D-9988-9248BA8E0539}" presName="L2TextContainer" presStyleLbl="revTx" presStyleIdx="4" presStyleCnt="22">
        <dgm:presLayoutVars>
          <dgm:bulletEnabled val="1"/>
        </dgm:presLayoutVars>
      </dgm:prSet>
      <dgm:spPr/>
    </dgm:pt>
    <dgm:pt modelId="{A314A04A-1EBC-4200-B667-071FB82EFCE6}" type="pres">
      <dgm:prSet presAssocID="{1F9F12E1-B59C-4E7D-9988-9248BA8E0539}" presName="L1TextContainer" presStyleLbl="revTx" presStyleIdx="5" presStyleCnt="22">
        <dgm:presLayoutVars>
          <dgm:chMax val="1"/>
          <dgm:chPref val="1"/>
          <dgm:bulletEnabled val="1"/>
        </dgm:presLayoutVars>
      </dgm:prSet>
      <dgm:spPr/>
    </dgm:pt>
    <dgm:pt modelId="{5BF56307-170D-4F72-B05B-FDFCD11EE456}" type="pres">
      <dgm:prSet presAssocID="{1F9F12E1-B59C-4E7D-9988-9248BA8E0539}" presName="ConnectLine" presStyleLbl="sibTrans1D1" presStyleIdx="2" presStyleCnt="11"/>
      <dgm:spPr>
        <a:noFill/>
        <a:ln w="12700" cap="flat" cmpd="sng" algn="ctr">
          <a:solidFill>
            <a:schemeClr val="accent1">
              <a:shade val="90000"/>
              <a:hueOff val="-166409"/>
              <a:satOff val="-3183"/>
              <a:lumOff val="15655"/>
              <a:alphaOff val="0"/>
            </a:schemeClr>
          </a:solidFill>
          <a:prstDash val="dash"/>
          <a:miter lim="800000"/>
        </a:ln>
        <a:effectLst/>
      </dgm:spPr>
    </dgm:pt>
    <dgm:pt modelId="{B909BAB3-46B1-4090-A3C8-35EA31DB876C}" type="pres">
      <dgm:prSet presAssocID="{1F9F12E1-B59C-4E7D-9988-9248BA8E0539}" presName="EmptyPlaceHolder" presStyleCnt="0"/>
      <dgm:spPr/>
    </dgm:pt>
    <dgm:pt modelId="{8CAD9952-A0EB-48B9-9DF2-633009F1C58B}" type="pres">
      <dgm:prSet presAssocID="{BE1A284D-DE0C-4A1B-8AC9-DE9CB4EA8B99}" presName="spaceBetweenRectangles" presStyleCnt="0"/>
      <dgm:spPr/>
    </dgm:pt>
    <dgm:pt modelId="{8014F989-CC78-42BE-86ED-AE08F6BDF665}" type="pres">
      <dgm:prSet presAssocID="{57B1F119-AF6F-49FA-8C95-7ED776E41785}" presName="composite" presStyleCnt="0"/>
      <dgm:spPr/>
    </dgm:pt>
    <dgm:pt modelId="{5FA32D87-B8E6-4D97-A599-C9003640199E}" type="pres">
      <dgm:prSet presAssocID="{57B1F119-AF6F-49FA-8C95-7ED776E41785}" presName="ConnectorPoint" presStyleLbl="lnNode1" presStyleIdx="3" presStyleCnt="11"/>
      <dgm:spPr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AC61AF7-A5CC-4627-92F5-369AD467B519}" type="pres">
      <dgm:prSet presAssocID="{57B1F119-AF6F-49FA-8C95-7ED776E41785}" presName="DropPinPlaceHolder" presStyleCnt="0"/>
      <dgm:spPr/>
    </dgm:pt>
    <dgm:pt modelId="{24DCD1BF-2A41-4050-BADC-F99109E306F6}" type="pres">
      <dgm:prSet presAssocID="{57B1F119-AF6F-49FA-8C95-7ED776E41785}" presName="DropPin" presStyleLbl="alignNode1" presStyleIdx="3" presStyleCnt="11"/>
      <dgm:spPr/>
    </dgm:pt>
    <dgm:pt modelId="{C6600BAF-321E-4026-B7D5-F8D8C39DB1E2}" type="pres">
      <dgm:prSet presAssocID="{57B1F119-AF6F-49FA-8C95-7ED776E41785}" presName="Ellipse" presStyleLbl="fgAcc1" presStyleIdx="4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FF04017B-0A83-4FCD-94A3-58D35E0F9B93}" type="pres">
      <dgm:prSet presAssocID="{57B1F119-AF6F-49FA-8C95-7ED776E41785}" presName="L2TextContainer" presStyleLbl="revTx" presStyleIdx="6" presStyleCnt="22">
        <dgm:presLayoutVars>
          <dgm:bulletEnabled val="1"/>
        </dgm:presLayoutVars>
      </dgm:prSet>
      <dgm:spPr/>
    </dgm:pt>
    <dgm:pt modelId="{A07A50C9-E389-4574-AC61-E11B11C6A626}" type="pres">
      <dgm:prSet presAssocID="{57B1F119-AF6F-49FA-8C95-7ED776E41785}" presName="L1TextContainer" presStyleLbl="revTx" presStyleIdx="7" presStyleCnt="22">
        <dgm:presLayoutVars>
          <dgm:chMax val="1"/>
          <dgm:chPref val="1"/>
          <dgm:bulletEnabled val="1"/>
        </dgm:presLayoutVars>
      </dgm:prSet>
      <dgm:spPr/>
    </dgm:pt>
    <dgm:pt modelId="{F2921DD5-D48D-4B54-B9E0-6DB9716BCB1C}" type="pres">
      <dgm:prSet presAssocID="{57B1F119-AF6F-49FA-8C95-7ED776E41785}" presName="ConnectLine" presStyleLbl="sibTrans1D1" presStyleIdx="3" presStyleCnt="11"/>
      <dgm:spPr>
        <a:noFill/>
        <a:ln w="12700" cap="flat" cmpd="sng" algn="ctr">
          <a:solidFill>
            <a:schemeClr val="accent1">
              <a:shade val="90000"/>
              <a:hueOff val="-221879"/>
              <a:satOff val="-4244"/>
              <a:lumOff val="20873"/>
              <a:alphaOff val="0"/>
            </a:schemeClr>
          </a:solidFill>
          <a:prstDash val="dash"/>
          <a:miter lim="800000"/>
        </a:ln>
        <a:effectLst/>
      </dgm:spPr>
    </dgm:pt>
    <dgm:pt modelId="{70636FB6-4536-4D8F-8DCD-D9EA30C124A5}" type="pres">
      <dgm:prSet presAssocID="{57B1F119-AF6F-49FA-8C95-7ED776E41785}" presName="EmptyPlaceHolder" presStyleCnt="0"/>
      <dgm:spPr/>
    </dgm:pt>
    <dgm:pt modelId="{6812784F-602B-4AFA-90EE-DF7D261F2786}" type="pres">
      <dgm:prSet presAssocID="{7F238A26-06AF-4A5B-99D1-1CDC05057A79}" presName="spaceBetweenRectangles" presStyleCnt="0"/>
      <dgm:spPr/>
    </dgm:pt>
    <dgm:pt modelId="{5CF60129-86D6-4A72-99D2-CE696FE0EF79}" type="pres">
      <dgm:prSet presAssocID="{4FEAFE05-4D4F-477F-B146-87A217D2B68D}" presName="composite" presStyleCnt="0"/>
      <dgm:spPr/>
    </dgm:pt>
    <dgm:pt modelId="{50E7F4EE-9668-4315-B109-31925EEF8888}" type="pres">
      <dgm:prSet presAssocID="{4FEAFE05-4D4F-477F-B146-87A217D2B68D}" presName="ConnectorPoint" presStyleLbl="lnNode1" presStyleIdx="4" presStyleCnt="11"/>
      <dgm:spPr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4A6A3E2-C645-4A2C-8050-4E8796295C8E}" type="pres">
      <dgm:prSet presAssocID="{4FEAFE05-4D4F-477F-B146-87A217D2B68D}" presName="DropPinPlaceHolder" presStyleCnt="0"/>
      <dgm:spPr/>
    </dgm:pt>
    <dgm:pt modelId="{40BC4C9C-EF33-438B-B301-1D2386CF5807}" type="pres">
      <dgm:prSet presAssocID="{4FEAFE05-4D4F-477F-B146-87A217D2B68D}" presName="DropPin" presStyleLbl="alignNode1" presStyleIdx="4" presStyleCnt="11"/>
      <dgm:spPr/>
    </dgm:pt>
    <dgm:pt modelId="{EBED0CF5-F33C-44FC-9C8A-6C88E01D59B9}" type="pres">
      <dgm:prSet presAssocID="{4FEAFE05-4D4F-477F-B146-87A217D2B68D}" presName="Ellipse" presStyleLbl="fgAcc1" presStyleIdx="5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E99839FA-3A86-4934-8DC2-D19223329319}" type="pres">
      <dgm:prSet presAssocID="{4FEAFE05-4D4F-477F-B146-87A217D2B68D}" presName="L2TextContainer" presStyleLbl="revTx" presStyleIdx="8" presStyleCnt="22">
        <dgm:presLayoutVars>
          <dgm:bulletEnabled val="1"/>
        </dgm:presLayoutVars>
      </dgm:prSet>
      <dgm:spPr/>
    </dgm:pt>
    <dgm:pt modelId="{B30EB5C2-9E99-4FBF-BFD4-DE51A5A6CC0D}" type="pres">
      <dgm:prSet presAssocID="{4FEAFE05-4D4F-477F-B146-87A217D2B68D}" presName="L1TextContainer" presStyleLbl="revTx" presStyleIdx="9" presStyleCnt="22">
        <dgm:presLayoutVars>
          <dgm:chMax val="1"/>
          <dgm:chPref val="1"/>
          <dgm:bulletEnabled val="1"/>
        </dgm:presLayoutVars>
      </dgm:prSet>
      <dgm:spPr/>
    </dgm:pt>
    <dgm:pt modelId="{E34C858B-82C0-4917-A648-9CEFA28DCF4C}" type="pres">
      <dgm:prSet presAssocID="{4FEAFE05-4D4F-477F-B146-87A217D2B68D}" presName="ConnectLine" presStyleLbl="sibTrans1D1" presStyleIdx="4" presStyleCnt="11"/>
      <dgm:spPr>
        <a:noFill/>
        <a:ln w="12700" cap="flat" cmpd="sng" algn="ctr">
          <a:solidFill>
            <a:schemeClr val="accent1">
              <a:shade val="90000"/>
              <a:hueOff val="-277348"/>
              <a:satOff val="-5305"/>
              <a:lumOff val="26092"/>
              <a:alphaOff val="0"/>
            </a:schemeClr>
          </a:solidFill>
          <a:prstDash val="dash"/>
          <a:miter lim="800000"/>
        </a:ln>
        <a:effectLst/>
      </dgm:spPr>
    </dgm:pt>
    <dgm:pt modelId="{6B283D75-6C27-4CDE-A46D-93C14FE02998}" type="pres">
      <dgm:prSet presAssocID="{4FEAFE05-4D4F-477F-B146-87A217D2B68D}" presName="EmptyPlaceHolder" presStyleCnt="0"/>
      <dgm:spPr/>
    </dgm:pt>
    <dgm:pt modelId="{4AA0EF57-0111-42D8-ABB7-AFE18A055C10}" type="pres">
      <dgm:prSet presAssocID="{F057D49C-B71D-4171-9C9C-B599FD2F5585}" presName="spaceBetweenRectangles" presStyleCnt="0"/>
      <dgm:spPr/>
    </dgm:pt>
    <dgm:pt modelId="{2F6CE875-9EBF-4483-BCB1-4557698A503A}" type="pres">
      <dgm:prSet presAssocID="{11449276-B27E-4A12-90F1-11D0FA091AE7}" presName="composite" presStyleCnt="0"/>
      <dgm:spPr/>
    </dgm:pt>
    <dgm:pt modelId="{9418C264-6CEF-4BE3-8A87-7E45CF32620F}" type="pres">
      <dgm:prSet presAssocID="{11449276-B27E-4A12-90F1-11D0FA091AE7}" presName="ConnectorPoint" presStyleLbl="lnNode1" presStyleIdx="5" presStyleCnt="11"/>
      <dgm:spPr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9E8D1D0-EC4C-4F2E-B9AC-22BBBF75314C}" type="pres">
      <dgm:prSet presAssocID="{11449276-B27E-4A12-90F1-11D0FA091AE7}" presName="DropPinPlaceHolder" presStyleCnt="0"/>
      <dgm:spPr/>
    </dgm:pt>
    <dgm:pt modelId="{16DE5B2E-D687-4B34-BDAC-9C2F0061F41B}" type="pres">
      <dgm:prSet presAssocID="{11449276-B27E-4A12-90F1-11D0FA091AE7}" presName="DropPin" presStyleLbl="alignNode1" presStyleIdx="5" presStyleCnt="11"/>
      <dgm:spPr/>
    </dgm:pt>
    <dgm:pt modelId="{75E8F93D-3BD5-4DD8-AD81-0152CDAB224B}" type="pres">
      <dgm:prSet presAssocID="{11449276-B27E-4A12-90F1-11D0FA091AE7}" presName="Ellipse" presStyleLbl="fgAcc1" presStyleIdx="6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AB96AE8A-DA45-4E2A-BAC5-89E67D9E9BBF}" type="pres">
      <dgm:prSet presAssocID="{11449276-B27E-4A12-90F1-11D0FA091AE7}" presName="L2TextContainer" presStyleLbl="revTx" presStyleIdx="10" presStyleCnt="22">
        <dgm:presLayoutVars>
          <dgm:bulletEnabled val="1"/>
        </dgm:presLayoutVars>
      </dgm:prSet>
      <dgm:spPr/>
    </dgm:pt>
    <dgm:pt modelId="{3C802996-4477-4929-9AD8-ACDF9DC991ED}" type="pres">
      <dgm:prSet presAssocID="{11449276-B27E-4A12-90F1-11D0FA091AE7}" presName="L1TextContainer" presStyleLbl="revTx" presStyleIdx="11" presStyleCnt="22">
        <dgm:presLayoutVars>
          <dgm:chMax val="1"/>
          <dgm:chPref val="1"/>
          <dgm:bulletEnabled val="1"/>
        </dgm:presLayoutVars>
      </dgm:prSet>
      <dgm:spPr/>
    </dgm:pt>
    <dgm:pt modelId="{45C38043-7AA5-45E1-A513-1E3485D528CE}" type="pres">
      <dgm:prSet presAssocID="{11449276-B27E-4A12-90F1-11D0FA091AE7}" presName="ConnectLine" presStyleLbl="sibTrans1D1" presStyleIdx="5" presStyleCnt="11"/>
      <dgm:spPr>
        <a:noFill/>
        <a:ln w="12700" cap="flat" cmpd="sng" algn="ctr">
          <a:solidFill>
            <a:schemeClr val="accent1">
              <a:shade val="90000"/>
              <a:hueOff val="-332818"/>
              <a:satOff val="-6366"/>
              <a:lumOff val="31310"/>
              <a:alphaOff val="0"/>
            </a:schemeClr>
          </a:solidFill>
          <a:prstDash val="dash"/>
          <a:miter lim="800000"/>
        </a:ln>
        <a:effectLst/>
      </dgm:spPr>
    </dgm:pt>
    <dgm:pt modelId="{D6D0262A-E612-4B37-B2DE-C2669B1FBB43}" type="pres">
      <dgm:prSet presAssocID="{11449276-B27E-4A12-90F1-11D0FA091AE7}" presName="EmptyPlaceHolder" presStyleCnt="0"/>
      <dgm:spPr/>
    </dgm:pt>
    <dgm:pt modelId="{32D6105F-1796-4BB2-9F0F-79CCDB694CBA}" type="pres">
      <dgm:prSet presAssocID="{FDA72CEB-46D7-416C-A005-5F91D720CEDF}" presName="spaceBetweenRectangles" presStyleCnt="0"/>
      <dgm:spPr/>
    </dgm:pt>
    <dgm:pt modelId="{7CB40608-1F93-4EEA-94BD-9F1352FF844B}" type="pres">
      <dgm:prSet presAssocID="{D9994350-61F2-49BC-A4BB-65CD105168F7}" presName="composite" presStyleCnt="0"/>
      <dgm:spPr/>
    </dgm:pt>
    <dgm:pt modelId="{DA2A93F0-1CD1-491D-BB53-ECE8FD725647}" type="pres">
      <dgm:prSet presAssocID="{D9994350-61F2-49BC-A4BB-65CD105168F7}" presName="ConnectorPoint" presStyleLbl="lnNode1" presStyleIdx="6" presStyleCnt="11"/>
      <dgm:spPr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DB4DAB8-3954-4EF3-A052-1CF93192EAFF}" type="pres">
      <dgm:prSet presAssocID="{D9994350-61F2-49BC-A4BB-65CD105168F7}" presName="DropPinPlaceHolder" presStyleCnt="0"/>
      <dgm:spPr/>
    </dgm:pt>
    <dgm:pt modelId="{A560051F-696E-450D-9B58-2334E0648D54}" type="pres">
      <dgm:prSet presAssocID="{D9994350-61F2-49BC-A4BB-65CD105168F7}" presName="DropPin" presStyleLbl="alignNode1" presStyleIdx="6" presStyleCnt="11"/>
      <dgm:spPr/>
    </dgm:pt>
    <dgm:pt modelId="{CA7E9B98-EE7C-4820-A3EE-5A2B2A71843B}" type="pres">
      <dgm:prSet presAssocID="{D9994350-61F2-49BC-A4BB-65CD105168F7}" presName="Ellipse" presStyleLbl="fgAcc1" presStyleIdx="7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44179844-0116-44B8-8EEA-0CD474E1BF9A}" type="pres">
      <dgm:prSet presAssocID="{D9994350-61F2-49BC-A4BB-65CD105168F7}" presName="L2TextContainer" presStyleLbl="revTx" presStyleIdx="12" presStyleCnt="22">
        <dgm:presLayoutVars>
          <dgm:bulletEnabled val="1"/>
        </dgm:presLayoutVars>
      </dgm:prSet>
      <dgm:spPr/>
    </dgm:pt>
    <dgm:pt modelId="{3D2B4076-B8B8-4BB6-A987-F63C89728A45}" type="pres">
      <dgm:prSet presAssocID="{D9994350-61F2-49BC-A4BB-65CD105168F7}" presName="L1TextContainer" presStyleLbl="revTx" presStyleIdx="13" presStyleCnt="22">
        <dgm:presLayoutVars>
          <dgm:chMax val="1"/>
          <dgm:chPref val="1"/>
          <dgm:bulletEnabled val="1"/>
        </dgm:presLayoutVars>
      </dgm:prSet>
      <dgm:spPr/>
    </dgm:pt>
    <dgm:pt modelId="{14451EAB-B6FF-486C-8011-8293809215CF}" type="pres">
      <dgm:prSet presAssocID="{D9994350-61F2-49BC-A4BB-65CD105168F7}" presName="ConnectLine" presStyleLbl="sibTrans1D1" presStyleIdx="6" presStyleCnt="11"/>
      <dgm:spPr>
        <a:noFill/>
        <a:ln w="12700" cap="flat" cmpd="sng" algn="ctr">
          <a:solidFill>
            <a:schemeClr val="accent1">
              <a:shade val="90000"/>
              <a:hueOff val="-277348"/>
              <a:satOff val="-5305"/>
              <a:lumOff val="26092"/>
              <a:alphaOff val="0"/>
            </a:schemeClr>
          </a:solidFill>
          <a:prstDash val="dash"/>
          <a:miter lim="800000"/>
        </a:ln>
        <a:effectLst/>
      </dgm:spPr>
    </dgm:pt>
    <dgm:pt modelId="{DBB04BD8-4192-4D2B-8060-D894FA8866D2}" type="pres">
      <dgm:prSet presAssocID="{D9994350-61F2-49BC-A4BB-65CD105168F7}" presName="EmptyPlaceHolder" presStyleCnt="0"/>
      <dgm:spPr/>
    </dgm:pt>
    <dgm:pt modelId="{E74E547D-905A-4AA0-9CBE-3EBF6B79A50A}" type="pres">
      <dgm:prSet presAssocID="{52A9D73B-6717-49AC-B19C-6C980004116C}" presName="spaceBetweenRectangles" presStyleCnt="0"/>
      <dgm:spPr/>
    </dgm:pt>
    <dgm:pt modelId="{1E6559DD-4CA7-4712-B9E7-CEE70766E5D9}" type="pres">
      <dgm:prSet presAssocID="{10BA9F98-BA71-44D4-8600-A79F6EEC77B5}" presName="composite" presStyleCnt="0"/>
      <dgm:spPr/>
    </dgm:pt>
    <dgm:pt modelId="{EBF8797E-B217-42A1-8720-98A0E44D6EE1}" type="pres">
      <dgm:prSet presAssocID="{10BA9F98-BA71-44D4-8600-A79F6EEC77B5}" presName="ConnectorPoint" presStyleLbl="lnNode1" presStyleIdx="7" presStyleCnt="11"/>
      <dgm:spPr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449D632-027B-46C0-BA4D-30FD34435449}" type="pres">
      <dgm:prSet presAssocID="{10BA9F98-BA71-44D4-8600-A79F6EEC77B5}" presName="DropPinPlaceHolder" presStyleCnt="0"/>
      <dgm:spPr/>
    </dgm:pt>
    <dgm:pt modelId="{C4E8D3D3-EE3B-4BBA-B5F2-D016F04FADE4}" type="pres">
      <dgm:prSet presAssocID="{10BA9F98-BA71-44D4-8600-A79F6EEC77B5}" presName="DropPin" presStyleLbl="alignNode1" presStyleIdx="7" presStyleCnt="11"/>
      <dgm:spPr/>
    </dgm:pt>
    <dgm:pt modelId="{20896814-1B1D-454F-A2C5-C19001E64D67}" type="pres">
      <dgm:prSet presAssocID="{10BA9F98-BA71-44D4-8600-A79F6EEC77B5}" presName="Ellipse" presStyleLbl="fgAcc1" presStyleIdx="8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3F591D9A-7FC8-4F74-A5CB-5C5712183EAD}" type="pres">
      <dgm:prSet presAssocID="{10BA9F98-BA71-44D4-8600-A79F6EEC77B5}" presName="L2TextContainer" presStyleLbl="revTx" presStyleIdx="14" presStyleCnt="22">
        <dgm:presLayoutVars>
          <dgm:bulletEnabled val="1"/>
        </dgm:presLayoutVars>
      </dgm:prSet>
      <dgm:spPr/>
    </dgm:pt>
    <dgm:pt modelId="{CDD82780-1F9F-47B5-937E-130C39B41D81}" type="pres">
      <dgm:prSet presAssocID="{10BA9F98-BA71-44D4-8600-A79F6EEC77B5}" presName="L1TextContainer" presStyleLbl="revTx" presStyleIdx="15" presStyleCnt="22">
        <dgm:presLayoutVars>
          <dgm:chMax val="1"/>
          <dgm:chPref val="1"/>
          <dgm:bulletEnabled val="1"/>
        </dgm:presLayoutVars>
      </dgm:prSet>
      <dgm:spPr/>
    </dgm:pt>
    <dgm:pt modelId="{80E39F69-1A1F-49EB-8A35-25E3F1998856}" type="pres">
      <dgm:prSet presAssocID="{10BA9F98-BA71-44D4-8600-A79F6EEC77B5}" presName="ConnectLine" presStyleLbl="sibTrans1D1" presStyleIdx="7" presStyleCnt="11"/>
      <dgm:spPr>
        <a:noFill/>
        <a:ln w="12700" cap="flat" cmpd="sng" algn="ctr">
          <a:solidFill>
            <a:schemeClr val="accent1">
              <a:shade val="90000"/>
              <a:hueOff val="-221879"/>
              <a:satOff val="-4244"/>
              <a:lumOff val="20873"/>
              <a:alphaOff val="0"/>
            </a:schemeClr>
          </a:solidFill>
          <a:prstDash val="dash"/>
          <a:miter lim="800000"/>
        </a:ln>
        <a:effectLst/>
      </dgm:spPr>
    </dgm:pt>
    <dgm:pt modelId="{2F7DE7B9-A9CA-48C5-9A4D-DAA18024D578}" type="pres">
      <dgm:prSet presAssocID="{10BA9F98-BA71-44D4-8600-A79F6EEC77B5}" presName="EmptyPlaceHolder" presStyleCnt="0"/>
      <dgm:spPr/>
    </dgm:pt>
    <dgm:pt modelId="{7B8E8C30-7969-4FFC-86C9-4C4209D131C9}" type="pres">
      <dgm:prSet presAssocID="{856C07E2-0358-4859-9C5D-08AA6FE3ED96}" presName="spaceBetweenRectangles" presStyleCnt="0"/>
      <dgm:spPr/>
    </dgm:pt>
    <dgm:pt modelId="{EACEF11B-0E54-4D7D-85D5-BC45CEAF632B}" type="pres">
      <dgm:prSet presAssocID="{954C9AC5-472F-45F6-9352-2FCFACDE8A7E}" presName="composite" presStyleCnt="0"/>
      <dgm:spPr/>
    </dgm:pt>
    <dgm:pt modelId="{03C58A0A-AA0A-4A01-84AD-C3EB43E9C188}" type="pres">
      <dgm:prSet presAssocID="{954C9AC5-472F-45F6-9352-2FCFACDE8A7E}" presName="ConnectorPoint" presStyleLbl="lnNode1" presStyleIdx="8" presStyleCnt="11"/>
      <dgm:spPr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9529178-4080-4640-8BDE-4ADCAAB74CD3}" type="pres">
      <dgm:prSet presAssocID="{954C9AC5-472F-45F6-9352-2FCFACDE8A7E}" presName="DropPinPlaceHolder" presStyleCnt="0"/>
      <dgm:spPr/>
    </dgm:pt>
    <dgm:pt modelId="{807774D8-9995-44D1-BF51-ADD027E358E7}" type="pres">
      <dgm:prSet presAssocID="{954C9AC5-472F-45F6-9352-2FCFACDE8A7E}" presName="DropPin" presStyleLbl="alignNode1" presStyleIdx="8" presStyleCnt="11"/>
      <dgm:spPr/>
    </dgm:pt>
    <dgm:pt modelId="{D523509A-329A-4FBF-8E45-03B637F717F9}" type="pres">
      <dgm:prSet presAssocID="{954C9AC5-472F-45F6-9352-2FCFACDE8A7E}" presName="Ellipse" presStyleLbl="fgAcc1" presStyleIdx="9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0B1FFF37-8DF4-438A-BF04-858899745B74}" type="pres">
      <dgm:prSet presAssocID="{954C9AC5-472F-45F6-9352-2FCFACDE8A7E}" presName="L2TextContainer" presStyleLbl="revTx" presStyleIdx="16" presStyleCnt="22">
        <dgm:presLayoutVars>
          <dgm:bulletEnabled val="1"/>
        </dgm:presLayoutVars>
      </dgm:prSet>
      <dgm:spPr/>
    </dgm:pt>
    <dgm:pt modelId="{447CC4B8-7D27-4DE2-AC7E-9EC3CE33DC5F}" type="pres">
      <dgm:prSet presAssocID="{954C9AC5-472F-45F6-9352-2FCFACDE8A7E}" presName="L1TextContainer" presStyleLbl="revTx" presStyleIdx="17" presStyleCnt="22">
        <dgm:presLayoutVars>
          <dgm:chMax val="1"/>
          <dgm:chPref val="1"/>
          <dgm:bulletEnabled val="1"/>
        </dgm:presLayoutVars>
      </dgm:prSet>
      <dgm:spPr/>
    </dgm:pt>
    <dgm:pt modelId="{83A14896-4F47-4F63-B030-1E85D0D6840D}" type="pres">
      <dgm:prSet presAssocID="{954C9AC5-472F-45F6-9352-2FCFACDE8A7E}" presName="ConnectLine" presStyleLbl="sibTrans1D1" presStyleIdx="8" presStyleCnt="11"/>
      <dgm:spPr>
        <a:noFill/>
        <a:ln w="12700" cap="flat" cmpd="sng" algn="ctr">
          <a:solidFill>
            <a:schemeClr val="accent1">
              <a:shade val="90000"/>
              <a:hueOff val="-166409"/>
              <a:satOff val="-3183"/>
              <a:lumOff val="15655"/>
              <a:alphaOff val="0"/>
            </a:schemeClr>
          </a:solidFill>
          <a:prstDash val="dash"/>
          <a:miter lim="800000"/>
        </a:ln>
        <a:effectLst/>
      </dgm:spPr>
    </dgm:pt>
    <dgm:pt modelId="{9A4C77C6-D79B-4826-9598-B0479CD22BBC}" type="pres">
      <dgm:prSet presAssocID="{954C9AC5-472F-45F6-9352-2FCFACDE8A7E}" presName="EmptyPlaceHolder" presStyleCnt="0"/>
      <dgm:spPr/>
    </dgm:pt>
    <dgm:pt modelId="{99C4FD74-B300-4DA3-AB65-CAAA40A246B2}" type="pres">
      <dgm:prSet presAssocID="{917084BA-9738-4D83-B592-49CE44998884}" presName="spaceBetweenRectangles" presStyleCnt="0"/>
      <dgm:spPr/>
    </dgm:pt>
    <dgm:pt modelId="{FA383E21-BAF6-43C3-9549-2280BEDAAC3E}" type="pres">
      <dgm:prSet presAssocID="{A0567F75-D33C-4FA6-AAE3-EF22354AD0D6}" presName="composite" presStyleCnt="0"/>
      <dgm:spPr/>
    </dgm:pt>
    <dgm:pt modelId="{0D417DD1-F8F2-4F65-A74E-E79DF821F533}" type="pres">
      <dgm:prSet presAssocID="{A0567F75-D33C-4FA6-AAE3-EF22354AD0D6}" presName="ConnectorPoint" presStyleLbl="lnNode1" presStyleIdx="9" presStyleCnt="11"/>
      <dgm:spPr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A64C19B-50ED-4F1A-BB79-7A629B89FE2E}" type="pres">
      <dgm:prSet presAssocID="{A0567F75-D33C-4FA6-AAE3-EF22354AD0D6}" presName="DropPinPlaceHolder" presStyleCnt="0"/>
      <dgm:spPr/>
    </dgm:pt>
    <dgm:pt modelId="{4382F685-7B69-4BFA-82D1-4E3763890076}" type="pres">
      <dgm:prSet presAssocID="{A0567F75-D33C-4FA6-AAE3-EF22354AD0D6}" presName="DropPin" presStyleLbl="alignNode1" presStyleIdx="9" presStyleCnt="11"/>
      <dgm:spPr/>
    </dgm:pt>
    <dgm:pt modelId="{285C1063-A827-459E-A9DB-114B5CEDBE76}" type="pres">
      <dgm:prSet presAssocID="{A0567F75-D33C-4FA6-AAE3-EF22354AD0D6}" presName="Ellipse" presStyleLbl="fgAcc1" presStyleIdx="10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21187F3C-9725-4796-AD37-41C475727BF3}" type="pres">
      <dgm:prSet presAssocID="{A0567F75-D33C-4FA6-AAE3-EF22354AD0D6}" presName="L2TextContainer" presStyleLbl="revTx" presStyleIdx="18" presStyleCnt="22">
        <dgm:presLayoutVars>
          <dgm:bulletEnabled val="1"/>
        </dgm:presLayoutVars>
      </dgm:prSet>
      <dgm:spPr/>
    </dgm:pt>
    <dgm:pt modelId="{99E81F16-B87C-4395-B4BE-9ED2A0B2B505}" type="pres">
      <dgm:prSet presAssocID="{A0567F75-D33C-4FA6-AAE3-EF22354AD0D6}" presName="L1TextContainer" presStyleLbl="revTx" presStyleIdx="19" presStyleCnt="22">
        <dgm:presLayoutVars>
          <dgm:chMax val="1"/>
          <dgm:chPref val="1"/>
          <dgm:bulletEnabled val="1"/>
        </dgm:presLayoutVars>
      </dgm:prSet>
      <dgm:spPr/>
    </dgm:pt>
    <dgm:pt modelId="{7A3E9C74-4866-4D2F-A4A6-6D30160695FB}" type="pres">
      <dgm:prSet presAssocID="{A0567F75-D33C-4FA6-AAE3-EF22354AD0D6}" presName="ConnectLine" presStyleLbl="sibTrans1D1" presStyleIdx="9" presStyleCnt="11"/>
      <dgm:spPr>
        <a:noFill/>
        <a:ln w="12700" cap="flat" cmpd="sng" algn="ctr">
          <a:solidFill>
            <a:schemeClr val="accent1">
              <a:shade val="90000"/>
              <a:hueOff val="-110939"/>
              <a:satOff val="-2122"/>
              <a:lumOff val="10437"/>
              <a:alphaOff val="0"/>
            </a:schemeClr>
          </a:solidFill>
          <a:prstDash val="dash"/>
          <a:miter lim="800000"/>
        </a:ln>
        <a:effectLst/>
      </dgm:spPr>
    </dgm:pt>
    <dgm:pt modelId="{9AC27E0A-2754-4765-B07D-634533B2B39B}" type="pres">
      <dgm:prSet presAssocID="{A0567F75-D33C-4FA6-AAE3-EF22354AD0D6}" presName="EmptyPlaceHolder" presStyleCnt="0"/>
      <dgm:spPr/>
    </dgm:pt>
    <dgm:pt modelId="{89BE6F21-35E0-468E-A1BC-7A18174498E1}" type="pres">
      <dgm:prSet presAssocID="{61335667-9925-4CC5-8EB3-C9B0C1394FDE}" presName="spaceBetweenRectangles" presStyleCnt="0"/>
      <dgm:spPr/>
    </dgm:pt>
    <dgm:pt modelId="{1EB0587A-F6E6-4B9B-BD50-AC8364284B85}" type="pres">
      <dgm:prSet presAssocID="{E497ECA2-2791-4470-B5F2-BB690C79C944}" presName="composite" presStyleCnt="0"/>
      <dgm:spPr/>
    </dgm:pt>
    <dgm:pt modelId="{81FEA1A5-811C-42C9-9554-5024D049ED62}" type="pres">
      <dgm:prSet presAssocID="{E497ECA2-2791-4470-B5F2-BB690C79C944}" presName="ConnectorPoint" presStyleLbl="lnNode1" presStyleIdx="10" presStyleCnt="11"/>
      <dgm:spPr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3515C78-7146-4B91-87D0-EBE02F7A1148}" type="pres">
      <dgm:prSet presAssocID="{E497ECA2-2791-4470-B5F2-BB690C79C944}" presName="DropPinPlaceHolder" presStyleCnt="0"/>
      <dgm:spPr/>
    </dgm:pt>
    <dgm:pt modelId="{0F6D75DF-00DB-4749-B250-BC42FD2AB1AB}" type="pres">
      <dgm:prSet presAssocID="{E497ECA2-2791-4470-B5F2-BB690C79C944}" presName="DropPin" presStyleLbl="alignNode1" presStyleIdx="10" presStyleCnt="11"/>
      <dgm:spPr/>
    </dgm:pt>
    <dgm:pt modelId="{AEAE356A-3E24-4290-A5BB-F00E00B7A9D9}" type="pres">
      <dgm:prSet presAssocID="{E497ECA2-2791-4470-B5F2-BB690C79C944}" presName="Ellipse" presStyleLbl="fgAcc1" presStyleIdx="11" presStyleCnt="12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B124131F-1E29-4F72-AB53-23A9DD3D6CD6}" type="pres">
      <dgm:prSet presAssocID="{E497ECA2-2791-4470-B5F2-BB690C79C944}" presName="L2TextContainer" presStyleLbl="revTx" presStyleIdx="20" presStyleCnt="22">
        <dgm:presLayoutVars>
          <dgm:bulletEnabled val="1"/>
        </dgm:presLayoutVars>
      </dgm:prSet>
      <dgm:spPr/>
    </dgm:pt>
    <dgm:pt modelId="{7944C4C9-F157-46E1-A36D-A795E6456798}" type="pres">
      <dgm:prSet presAssocID="{E497ECA2-2791-4470-B5F2-BB690C79C944}" presName="L1TextContainer" presStyleLbl="revTx" presStyleIdx="21" presStyleCnt="22">
        <dgm:presLayoutVars>
          <dgm:chMax val="1"/>
          <dgm:chPref val="1"/>
          <dgm:bulletEnabled val="1"/>
        </dgm:presLayoutVars>
      </dgm:prSet>
      <dgm:spPr/>
    </dgm:pt>
    <dgm:pt modelId="{EAA1EC8C-FAA9-48AF-BF6F-B517F5BC5117}" type="pres">
      <dgm:prSet presAssocID="{E497ECA2-2791-4470-B5F2-BB690C79C944}" presName="ConnectLine" presStyleLbl="sibTrans1D1" presStyleIdx="10" presStyleCnt="11"/>
      <dgm:spPr>
        <a:noFill/>
        <a:ln w="12700" cap="flat" cmpd="sng" algn="ctr">
          <a:solidFill>
            <a:schemeClr val="accent1">
              <a:shade val="90000"/>
              <a:hueOff val="-55470"/>
              <a:satOff val="-1061"/>
              <a:lumOff val="5218"/>
              <a:alphaOff val="0"/>
            </a:schemeClr>
          </a:solidFill>
          <a:prstDash val="dash"/>
          <a:miter lim="800000"/>
        </a:ln>
        <a:effectLst/>
      </dgm:spPr>
    </dgm:pt>
    <dgm:pt modelId="{45E45389-6E39-4C55-A722-0714228A577F}" type="pres">
      <dgm:prSet presAssocID="{E497ECA2-2791-4470-B5F2-BB690C79C944}" presName="EmptyPlaceHolder" presStyleCnt="0"/>
      <dgm:spPr/>
    </dgm:pt>
  </dgm:ptLst>
  <dgm:cxnLst>
    <dgm:cxn modelId="{96DDEC00-C5E5-4B35-9E80-3C857E15DB80}" type="presOf" srcId="{A0567F75-D33C-4FA6-AAE3-EF22354AD0D6}" destId="{99E81F16-B87C-4395-B4BE-9ED2A0B2B505}" srcOrd="0" destOrd="0" presId="urn:microsoft.com/office/officeart/2017/3/layout/DropPinTimeline"/>
    <dgm:cxn modelId="{7C09DC01-9958-4C6E-BD59-3EE5E6B06BE3}" srcId="{73B2A580-C2F9-4444-9DF4-422ADBB84043}" destId="{D9994350-61F2-49BC-A4BB-65CD105168F7}" srcOrd="6" destOrd="0" parTransId="{19715B8E-5D5C-4647-9FAD-7D619F91DFEE}" sibTransId="{52A9D73B-6717-49AC-B19C-6C980004116C}"/>
    <dgm:cxn modelId="{5461FA02-93D5-46EF-811C-B7FEEDA72193}" srcId="{73B2A580-C2F9-4444-9DF4-422ADBB84043}" destId="{A0567F75-D33C-4FA6-AAE3-EF22354AD0D6}" srcOrd="9" destOrd="0" parTransId="{407BB389-89DD-4401-BCAF-3514DBC11A11}" sibTransId="{61335667-9925-4CC5-8EB3-C9B0C1394FDE}"/>
    <dgm:cxn modelId="{6AE3CF0B-C057-49D7-A44A-5D7AE83D2CD1}" type="presOf" srcId="{11449276-B27E-4A12-90F1-11D0FA091AE7}" destId="{3C802996-4477-4929-9AD8-ACDF9DC991ED}" srcOrd="0" destOrd="0" presId="urn:microsoft.com/office/officeart/2017/3/layout/DropPinTimeline"/>
    <dgm:cxn modelId="{B4A06F11-751C-4281-B8F2-5DFDE890AA26}" srcId="{73B2A580-C2F9-4444-9DF4-422ADBB84043}" destId="{57B1F119-AF6F-49FA-8C95-7ED776E41785}" srcOrd="3" destOrd="0" parTransId="{6807EF86-F818-4226-AB22-8420575A28B0}" sibTransId="{7F238A26-06AF-4A5B-99D1-1CDC05057A79}"/>
    <dgm:cxn modelId="{925BBA17-CBED-48F2-870D-A6994B851EA1}" type="presOf" srcId="{1F9F12E1-B59C-4E7D-9988-9248BA8E0539}" destId="{A314A04A-1EBC-4200-B667-071FB82EFCE6}" srcOrd="0" destOrd="0" presId="urn:microsoft.com/office/officeart/2017/3/layout/DropPinTimeline"/>
    <dgm:cxn modelId="{79719037-B299-407B-B6A6-0C11093724D8}" type="presOf" srcId="{D9994350-61F2-49BC-A4BB-65CD105168F7}" destId="{3D2B4076-B8B8-4BB6-A987-F63C89728A45}" srcOrd="0" destOrd="0" presId="urn:microsoft.com/office/officeart/2017/3/layout/DropPinTimeline"/>
    <dgm:cxn modelId="{9139B43C-3681-477B-B724-CAC9D5E887FA}" srcId="{73B2A580-C2F9-4444-9DF4-422ADBB84043}" destId="{22B7833C-5BE2-459E-8FF7-F237AE6DD4C8}" srcOrd="0" destOrd="0" parTransId="{3ADBA51B-0CBA-4C51-B99C-BC0123C9EB1D}" sibTransId="{AB606E41-9E2F-4144-940C-FDE8F8BE2078}"/>
    <dgm:cxn modelId="{4B03524B-0BE9-43C1-91E1-26DB6C2195D9}" type="presOf" srcId="{954C9AC5-472F-45F6-9352-2FCFACDE8A7E}" destId="{447CC4B8-7D27-4DE2-AC7E-9EC3CE33DC5F}" srcOrd="0" destOrd="0" presId="urn:microsoft.com/office/officeart/2017/3/layout/DropPinTimeline"/>
    <dgm:cxn modelId="{C7E61A71-FA00-4BBF-BA19-21B0FA3317AF}" type="presOf" srcId="{10BA9F98-BA71-44D4-8600-A79F6EEC77B5}" destId="{CDD82780-1F9F-47B5-937E-130C39B41D81}" srcOrd="0" destOrd="0" presId="urn:microsoft.com/office/officeart/2017/3/layout/DropPinTimeline"/>
    <dgm:cxn modelId="{6CBCEC51-037A-4A15-8551-95B82D28BC4D}" srcId="{73B2A580-C2F9-4444-9DF4-422ADBB84043}" destId="{4FEAFE05-4D4F-477F-B146-87A217D2B68D}" srcOrd="4" destOrd="0" parTransId="{39BA1B1A-76F3-43D0-A4E9-A59F2471DC5A}" sibTransId="{F057D49C-B71D-4171-9C9C-B599FD2F5585}"/>
    <dgm:cxn modelId="{EFC06557-CB72-4673-A090-397B19E86A52}" type="presOf" srcId="{57B1F119-AF6F-49FA-8C95-7ED776E41785}" destId="{A07A50C9-E389-4574-AC61-E11B11C6A626}" srcOrd="0" destOrd="0" presId="urn:microsoft.com/office/officeart/2017/3/layout/DropPinTimeline"/>
    <dgm:cxn modelId="{63638BB5-4CE2-4204-A849-87F5B53FBBF0}" type="presOf" srcId="{E497ECA2-2791-4470-B5F2-BB690C79C944}" destId="{7944C4C9-F157-46E1-A36D-A795E6456798}" srcOrd="0" destOrd="0" presId="urn:microsoft.com/office/officeart/2017/3/layout/DropPinTimeline"/>
    <dgm:cxn modelId="{4A9E2BC3-7A81-45F3-83EC-5DC469690416}" srcId="{73B2A580-C2F9-4444-9DF4-422ADBB84043}" destId="{1F9F12E1-B59C-4E7D-9988-9248BA8E0539}" srcOrd="2" destOrd="0" parTransId="{579D0C01-E953-49C5-8C0C-AA56CF92EA1F}" sibTransId="{BE1A284D-DE0C-4A1B-8AC9-DE9CB4EA8B99}"/>
    <dgm:cxn modelId="{3D5B55D1-42EC-40AB-8538-64205D397AE9}" srcId="{73B2A580-C2F9-4444-9DF4-422ADBB84043}" destId="{10BA9F98-BA71-44D4-8600-A79F6EEC77B5}" srcOrd="7" destOrd="0" parTransId="{E3AC5029-ECBE-4898-BBC3-4A308E27E006}" sibTransId="{856C07E2-0358-4859-9C5D-08AA6FE3ED96}"/>
    <dgm:cxn modelId="{76C2D9D2-FB97-4F19-A001-305AB8FEA1E6}" type="presOf" srcId="{73B2A580-C2F9-4444-9DF4-422ADBB84043}" destId="{CF385DFA-B23F-44A4-89C7-7F4B3F2AB9A4}" srcOrd="0" destOrd="0" presId="urn:microsoft.com/office/officeart/2017/3/layout/DropPinTimeline"/>
    <dgm:cxn modelId="{4D6885D3-4363-4222-B464-3FFBA8FDC9A5}" type="presOf" srcId="{183CC492-00C5-4A1E-876E-5C08A5C0F1CF}" destId="{A6808F95-BE95-43C7-B158-06F8A849B1BC}" srcOrd="0" destOrd="0" presId="urn:microsoft.com/office/officeart/2017/3/layout/DropPinTimeline"/>
    <dgm:cxn modelId="{83F91BDA-8F57-4437-9278-B9D3EDFA00F0}" srcId="{73B2A580-C2F9-4444-9DF4-422ADBB84043}" destId="{183CC492-00C5-4A1E-876E-5C08A5C0F1CF}" srcOrd="1" destOrd="0" parTransId="{BF19FBB3-7F79-45A0-B17A-8B41BF2E7BA2}" sibTransId="{31B1215D-92C5-4F05-89F9-7F49E47FDBC9}"/>
    <dgm:cxn modelId="{A0D585E1-C48F-4B86-9249-C6F3523D7439}" type="presOf" srcId="{22B7833C-5BE2-459E-8FF7-F237AE6DD4C8}" destId="{5EF41B45-1A8F-4B98-8397-A2B988C5271F}" srcOrd="0" destOrd="0" presId="urn:microsoft.com/office/officeart/2017/3/layout/DropPinTimeline"/>
    <dgm:cxn modelId="{188B74E4-4793-4DA4-BE55-9250E20B2738}" srcId="{73B2A580-C2F9-4444-9DF4-422ADBB84043}" destId="{E497ECA2-2791-4470-B5F2-BB690C79C944}" srcOrd="10" destOrd="0" parTransId="{FFA89918-FA29-487D-96BE-B351A0495BDD}" sibTransId="{96A76CFF-1982-434D-AD60-7934B34CDA8A}"/>
    <dgm:cxn modelId="{E24EFDE4-B1B3-4C6D-B0DF-74364B835FC4}" srcId="{73B2A580-C2F9-4444-9DF4-422ADBB84043}" destId="{954C9AC5-472F-45F6-9352-2FCFACDE8A7E}" srcOrd="8" destOrd="0" parTransId="{882328A3-7F00-41B0-B4B3-506E32A6A6E1}" sibTransId="{917084BA-9738-4D83-B592-49CE44998884}"/>
    <dgm:cxn modelId="{F5A95DE8-320A-4CA5-BDAB-4ABAF60E4210}" srcId="{73B2A580-C2F9-4444-9DF4-422ADBB84043}" destId="{11449276-B27E-4A12-90F1-11D0FA091AE7}" srcOrd="5" destOrd="0" parTransId="{6F56221C-D75B-4A43-A284-79A626A610A2}" sibTransId="{FDA72CEB-46D7-416C-A005-5F91D720CEDF}"/>
    <dgm:cxn modelId="{30EAD2FD-619D-451C-B3AD-6BD6837C18AC}" type="presOf" srcId="{4FEAFE05-4D4F-477F-B146-87A217D2B68D}" destId="{B30EB5C2-9E99-4FBF-BFD4-DE51A5A6CC0D}" srcOrd="0" destOrd="0" presId="urn:microsoft.com/office/officeart/2017/3/layout/DropPinTimeline"/>
    <dgm:cxn modelId="{2B86D625-5624-4C34-B787-49DC8A9A606A}" type="presParOf" srcId="{CF385DFA-B23F-44A4-89C7-7F4B3F2AB9A4}" destId="{8DCD6F50-BC6D-4D84-A812-23D4273A99EF}" srcOrd="0" destOrd="0" presId="urn:microsoft.com/office/officeart/2017/3/layout/DropPinTimeline"/>
    <dgm:cxn modelId="{0A7E0DBB-9AE9-4AE9-AEAE-23C80BB8101A}" type="presParOf" srcId="{CF385DFA-B23F-44A4-89C7-7F4B3F2AB9A4}" destId="{191D724A-0881-4A2A-952F-4324AF4DF45F}" srcOrd="1" destOrd="0" presId="urn:microsoft.com/office/officeart/2017/3/layout/DropPinTimeline"/>
    <dgm:cxn modelId="{09096345-E440-42C2-9BDE-1D19B0EA7500}" type="presParOf" srcId="{191D724A-0881-4A2A-952F-4324AF4DF45F}" destId="{6D215ED4-ED4E-474D-90C9-1C6B72E5EED2}" srcOrd="0" destOrd="0" presId="urn:microsoft.com/office/officeart/2017/3/layout/DropPinTimeline"/>
    <dgm:cxn modelId="{13694808-710A-4E8F-B106-57EF4BBBF95D}" type="presParOf" srcId="{6D215ED4-ED4E-474D-90C9-1C6B72E5EED2}" destId="{EE7B4FBC-5971-4B5E-BE6E-BE9BB3D048DD}" srcOrd="0" destOrd="0" presId="urn:microsoft.com/office/officeart/2017/3/layout/DropPinTimeline"/>
    <dgm:cxn modelId="{FFA940EE-F01C-42C7-BC7E-4B760F67C01B}" type="presParOf" srcId="{6D215ED4-ED4E-474D-90C9-1C6B72E5EED2}" destId="{335EE097-30D7-41B0-994B-26CE8AF4B5ED}" srcOrd="1" destOrd="0" presId="urn:microsoft.com/office/officeart/2017/3/layout/DropPinTimeline"/>
    <dgm:cxn modelId="{F47DE696-104E-4A02-8C92-97D070F6865C}" type="presParOf" srcId="{335EE097-30D7-41B0-994B-26CE8AF4B5ED}" destId="{882B5259-2B49-4F13-9F83-223191A18DB3}" srcOrd="0" destOrd="0" presId="urn:microsoft.com/office/officeart/2017/3/layout/DropPinTimeline"/>
    <dgm:cxn modelId="{B3D1B6B7-5C9E-4418-9D4D-508795277E0E}" type="presParOf" srcId="{335EE097-30D7-41B0-994B-26CE8AF4B5ED}" destId="{A644C2B0-71D1-4FF9-9875-231DA414BA48}" srcOrd="1" destOrd="0" presId="urn:microsoft.com/office/officeart/2017/3/layout/DropPinTimeline"/>
    <dgm:cxn modelId="{14B7472F-8208-4802-8B10-87E2FA11CE62}" type="presParOf" srcId="{6D215ED4-ED4E-474D-90C9-1C6B72E5EED2}" destId="{319370D3-BA50-4546-84EC-42242483228A}" srcOrd="2" destOrd="0" presId="urn:microsoft.com/office/officeart/2017/3/layout/DropPinTimeline"/>
    <dgm:cxn modelId="{8A86A87A-54EC-4175-AC5A-53C368F77BDB}" type="presParOf" srcId="{6D215ED4-ED4E-474D-90C9-1C6B72E5EED2}" destId="{5EF41B45-1A8F-4B98-8397-A2B988C5271F}" srcOrd="3" destOrd="0" presId="urn:microsoft.com/office/officeart/2017/3/layout/DropPinTimeline"/>
    <dgm:cxn modelId="{CB265EB5-221F-46BD-86A9-1D00DFC35F5B}" type="presParOf" srcId="{6D215ED4-ED4E-474D-90C9-1C6B72E5EED2}" destId="{4DB41D12-EF68-4D3D-A04B-DDBC3F3A17BE}" srcOrd="4" destOrd="0" presId="urn:microsoft.com/office/officeart/2017/3/layout/DropPinTimeline"/>
    <dgm:cxn modelId="{2AED146D-CFF5-4D10-A87F-AFD0E9DCB333}" type="presParOf" srcId="{6D215ED4-ED4E-474D-90C9-1C6B72E5EED2}" destId="{C448B964-9A27-4260-A2CF-6A3E73BE085A}" srcOrd="5" destOrd="0" presId="urn:microsoft.com/office/officeart/2017/3/layout/DropPinTimeline"/>
    <dgm:cxn modelId="{760387CF-F3BD-4A1F-81E4-C5C537243DED}" type="presParOf" srcId="{191D724A-0881-4A2A-952F-4324AF4DF45F}" destId="{3C57DC20-2627-4084-BD08-7E8F55ADAF20}" srcOrd="1" destOrd="0" presId="urn:microsoft.com/office/officeart/2017/3/layout/DropPinTimeline"/>
    <dgm:cxn modelId="{AF54D4AB-FF40-48FB-B95A-3361B6C95FD5}" type="presParOf" srcId="{191D724A-0881-4A2A-952F-4324AF4DF45F}" destId="{F9E58409-FA5D-49B7-BC9C-FF366E712530}" srcOrd="2" destOrd="0" presId="urn:microsoft.com/office/officeart/2017/3/layout/DropPinTimeline"/>
    <dgm:cxn modelId="{865BF18A-7481-463F-A9A1-F9EA704B3C82}" type="presParOf" srcId="{F9E58409-FA5D-49B7-BC9C-FF366E712530}" destId="{FFB161E0-27BB-4725-9C77-8D87EB0BC91A}" srcOrd="0" destOrd="0" presId="urn:microsoft.com/office/officeart/2017/3/layout/DropPinTimeline"/>
    <dgm:cxn modelId="{E127825E-E4B6-4723-A2E7-A264ECBD9650}" type="presParOf" srcId="{F9E58409-FA5D-49B7-BC9C-FF366E712530}" destId="{09DE2744-1D71-464C-B661-C02B2F4E4EB9}" srcOrd="1" destOrd="0" presId="urn:microsoft.com/office/officeart/2017/3/layout/DropPinTimeline"/>
    <dgm:cxn modelId="{45BF2A12-596D-4304-9B75-C13F4C8AEF91}" type="presParOf" srcId="{09DE2744-1D71-464C-B661-C02B2F4E4EB9}" destId="{9F7696A2-ECFF-4D03-8CF0-BB305435AC9D}" srcOrd="0" destOrd="0" presId="urn:microsoft.com/office/officeart/2017/3/layout/DropPinTimeline"/>
    <dgm:cxn modelId="{5E859631-E467-497C-87A9-782D1B929559}" type="presParOf" srcId="{09DE2744-1D71-464C-B661-C02B2F4E4EB9}" destId="{021DB1B0-2D53-48F0-A109-93A38AFB5225}" srcOrd="1" destOrd="0" presId="urn:microsoft.com/office/officeart/2017/3/layout/DropPinTimeline"/>
    <dgm:cxn modelId="{D0E67804-E285-4AFE-A5A0-5F139362AC85}" type="presParOf" srcId="{F9E58409-FA5D-49B7-BC9C-FF366E712530}" destId="{7C35EEE5-9194-4119-AF93-B7FE4CB38E86}" srcOrd="2" destOrd="0" presId="urn:microsoft.com/office/officeart/2017/3/layout/DropPinTimeline"/>
    <dgm:cxn modelId="{DCB47581-F613-4A9B-B3CA-12C1B79054DC}" type="presParOf" srcId="{F9E58409-FA5D-49B7-BC9C-FF366E712530}" destId="{A6808F95-BE95-43C7-B158-06F8A849B1BC}" srcOrd="3" destOrd="0" presId="urn:microsoft.com/office/officeart/2017/3/layout/DropPinTimeline"/>
    <dgm:cxn modelId="{01139528-D541-4CA0-A92B-38BC84DEA2E8}" type="presParOf" srcId="{F9E58409-FA5D-49B7-BC9C-FF366E712530}" destId="{D95A1828-B38A-4E63-821B-C19F0B4356AB}" srcOrd="4" destOrd="0" presId="urn:microsoft.com/office/officeart/2017/3/layout/DropPinTimeline"/>
    <dgm:cxn modelId="{BBC99CAF-932E-4DD2-826F-D27DEEED2832}" type="presParOf" srcId="{F9E58409-FA5D-49B7-BC9C-FF366E712530}" destId="{94BDAC4B-7935-4C29-9DD8-011EA60FF43F}" srcOrd="5" destOrd="0" presId="urn:microsoft.com/office/officeart/2017/3/layout/DropPinTimeline"/>
    <dgm:cxn modelId="{9A9F9960-FF27-49D9-940F-37743AC48B00}" type="presParOf" srcId="{191D724A-0881-4A2A-952F-4324AF4DF45F}" destId="{0E44264C-24B1-4EAF-A49C-14161C311BCB}" srcOrd="3" destOrd="0" presId="urn:microsoft.com/office/officeart/2017/3/layout/DropPinTimeline"/>
    <dgm:cxn modelId="{153F1667-6977-4A07-B549-B13DA0E9F407}" type="presParOf" srcId="{191D724A-0881-4A2A-952F-4324AF4DF45F}" destId="{BFF2B5AD-80C4-465A-A485-720EDD62FFA2}" srcOrd="4" destOrd="0" presId="urn:microsoft.com/office/officeart/2017/3/layout/DropPinTimeline"/>
    <dgm:cxn modelId="{A416755C-E1FE-404B-B595-59B0865A044A}" type="presParOf" srcId="{BFF2B5AD-80C4-465A-A485-720EDD62FFA2}" destId="{022CAF4B-2401-4E05-AD16-D03BE9139335}" srcOrd="0" destOrd="0" presId="urn:microsoft.com/office/officeart/2017/3/layout/DropPinTimeline"/>
    <dgm:cxn modelId="{721E0DE9-7F2C-4AAA-98B1-0E97491B4336}" type="presParOf" srcId="{BFF2B5AD-80C4-465A-A485-720EDD62FFA2}" destId="{89CBD18E-3FDE-432A-A0D5-932FD3DF20A7}" srcOrd="1" destOrd="0" presId="urn:microsoft.com/office/officeart/2017/3/layout/DropPinTimeline"/>
    <dgm:cxn modelId="{A52652EC-F113-401F-BA60-52616BE18191}" type="presParOf" srcId="{89CBD18E-3FDE-432A-A0D5-932FD3DF20A7}" destId="{1C4BF945-E6A6-4E24-912B-ECC756C08B05}" srcOrd="0" destOrd="0" presId="urn:microsoft.com/office/officeart/2017/3/layout/DropPinTimeline"/>
    <dgm:cxn modelId="{90F62636-D4F7-4526-BE25-CB0DBA6790DA}" type="presParOf" srcId="{89CBD18E-3FDE-432A-A0D5-932FD3DF20A7}" destId="{60E48BDB-0EE5-4D41-A1CB-EBE03C8C1D14}" srcOrd="1" destOrd="0" presId="urn:microsoft.com/office/officeart/2017/3/layout/DropPinTimeline"/>
    <dgm:cxn modelId="{C56C3322-F849-4469-BAD4-AB80172298A9}" type="presParOf" srcId="{BFF2B5AD-80C4-465A-A485-720EDD62FFA2}" destId="{DFFDD80B-FD1E-4275-9141-6E7354FC94CE}" srcOrd="2" destOrd="0" presId="urn:microsoft.com/office/officeart/2017/3/layout/DropPinTimeline"/>
    <dgm:cxn modelId="{A31A5E3C-B5E2-4451-AFCD-173B23E999F1}" type="presParOf" srcId="{BFF2B5AD-80C4-465A-A485-720EDD62FFA2}" destId="{A314A04A-1EBC-4200-B667-071FB82EFCE6}" srcOrd="3" destOrd="0" presId="urn:microsoft.com/office/officeart/2017/3/layout/DropPinTimeline"/>
    <dgm:cxn modelId="{8F87EEB9-72F9-46C3-990D-F63B58631382}" type="presParOf" srcId="{BFF2B5AD-80C4-465A-A485-720EDD62FFA2}" destId="{5BF56307-170D-4F72-B05B-FDFCD11EE456}" srcOrd="4" destOrd="0" presId="urn:microsoft.com/office/officeart/2017/3/layout/DropPinTimeline"/>
    <dgm:cxn modelId="{2B9795A1-955D-48A1-9B33-9562AE45D66E}" type="presParOf" srcId="{BFF2B5AD-80C4-465A-A485-720EDD62FFA2}" destId="{B909BAB3-46B1-4090-A3C8-35EA31DB876C}" srcOrd="5" destOrd="0" presId="urn:microsoft.com/office/officeart/2017/3/layout/DropPinTimeline"/>
    <dgm:cxn modelId="{1AE1F896-18F5-4727-ACDB-EAD3D40C1B0C}" type="presParOf" srcId="{191D724A-0881-4A2A-952F-4324AF4DF45F}" destId="{8CAD9952-A0EB-48B9-9DF2-633009F1C58B}" srcOrd="5" destOrd="0" presId="urn:microsoft.com/office/officeart/2017/3/layout/DropPinTimeline"/>
    <dgm:cxn modelId="{BE900A54-A6D9-4F2E-8B5A-EFA3CBC27D62}" type="presParOf" srcId="{191D724A-0881-4A2A-952F-4324AF4DF45F}" destId="{8014F989-CC78-42BE-86ED-AE08F6BDF665}" srcOrd="6" destOrd="0" presId="urn:microsoft.com/office/officeart/2017/3/layout/DropPinTimeline"/>
    <dgm:cxn modelId="{9FC9EFCF-400D-4C66-AAE2-8214EDA0F3C1}" type="presParOf" srcId="{8014F989-CC78-42BE-86ED-AE08F6BDF665}" destId="{5FA32D87-B8E6-4D97-A599-C9003640199E}" srcOrd="0" destOrd="0" presId="urn:microsoft.com/office/officeart/2017/3/layout/DropPinTimeline"/>
    <dgm:cxn modelId="{84B59700-B0C2-4DFB-B2DC-79DE80BAA8B2}" type="presParOf" srcId="{8014F989-CC78-42BE-86ED-AE08F6BDF665}" destId="{FAC61AF7-A5CC-4627-92F5-369AD467B519}" srcOrd="1" destOrd="0" presId="urn:microsoft.com/office/officeart/2017/3/layout/DropPinTimeline"/>
    <dgm:cxn modelId="{B02C4F7E-7D04-4FD6-A7E1-FE896E746185}" type="presParOf" srcId="{FAC61AF7-A5CC-4627-92F5-369AD467B519}" destId="{24DCD1BF-2A41-4050-BADC-F99109E306F6}" srcOrd="0" destOrd="0" presId="urn:microsoft.com/office/officeart/2017/3/layout/DropPinTimeline"/>
    <dgm:cxn modelId="{FC616A40-44E8-4502-9919-4F1D59A16B66}" type="presParOf" srcId="{FAC61AF7-A5CC-4627-92F5-369AD467B519}" destId="{C6600BAF-321E-4026-B7D5-F8D8C39DB1E2}" srcOrd="1" destOrd="0" presId="urn:microsoft.com/office/officeart/2017/3/layout/DropPinTimeline"/>
    <dgm:cxn modelId="{E714BDF9-29CA-4AAB-B11B-10F27F0E3069}" type="presParOf" srcId="{8014F989-CC78-42BE-86ED-AE08F6BDF665}" destId="{FF04017B-0A83-4FCD-94A3-58D35E0F9B93}" srcOrd="2" destOrd="0" presId="urn:microsoft.com/office/officeart/2017/3/layout/DropPinTimeline"/>
    <dgm:cxn modelId="{A9864B44-32A5-4548-AC61-B88991EC3970}" type="presParOf" srcId="{8014F989-CC78-42BE-86ED-AE08F6BDF665}" destId="{A07A50C9-E389-4574-AC61-E11B11C6A626}" srcOrd="3" destOrd="0" presId="urn:microsoft.com/office/officeart/2017/3/layout/DropPinTimeline"/>
    <dgm:cxn modelId="{A5235AE4-5CF0-4660-AFCD-1AF99BBA8E11}" type="presParOf" srcId="{8014F989-CC78-42BE-86ED-AE08F6BDF665}" destId="{F2921DD5-D48D-4B54-B9E0-6DB9716BCB1C}" srcOrd="4" destOrd="0" presId="urn:microsoft.com/office/officeart/2017/3/layout/DropPinTimeline"/>
    <dgm:cxn modelId="{6801E631-A34C-44AD-A913-3A451275141F}" type="presParOf" srcId="{8014F989-CC78-42BE-86ED-AE08F6BDF665}" destId="{70636FB6-4536-4D8F-8DCD-D9EA30C124A5}" srcOrd="5" destOrd="0" presId="urn:microsoft.com/office/officeart/2017/3/layout/DropPinTimeline"/>
    <dgm:cxn modelId="{0572CDB3-11BC-4E40-A9C3-167FFF37A016}" type="presParOf" srcId="{191D724A-0881-4A2A-952F-4324AF4DF45F}" destId="{6812784F-602B-4AFA-90EE-DF7D261F2786}" srcOrd="7" destOrd="0" presId="urn:microsoft.com/office/officeart/2017/3/layout/DropPinTimeline"/>
    <dgm:cxn modelId="{323F8394-03EC-4E65-B27B-AF9E14C2DAF2}" type="presParOf" srcId="{191D724A-0881-4A2A-952F-4324AF4DF45F}" destId="{5CF60129-86D6-4A72-99D2-CE696FE0EF79}" srcOrd="8" destOrd="0" presId="urn:microsoft.com/office/officeart/2017/3/layout/DropPinTimeline"/>
    <dgm:cxn modelId="{82B5751E-5491-4D72-B0AA-29B358DB435F}" type="presParOf" srcId="{5CF60129-86D6-4A72-99D2-CE696FE0EF79}" destId="{50E7F4EE-9668-4315-B109-31925EEF8888}" srcOrd="0" destOrd="0" presId="urn:microsoft.com/office/officeart/2017/3/layout/DropPinTimeline"/>
    <dgm:cxn modelId="{D70CBF86-1C7C-436B-8FB8-D6D0EE038A54}" type="presParOf" srcId="{5CF60129-86D6-4A72-99D2-CE696FE0EF79}" destId="{A4A6A3E2-C645-4A2C-8050-4E8796295C8E}" srcOrd="1" destOrd="0" presId="urn:microsoft.com/office/officeart/2017/3/layout/DropPinTimeline"/>
    <dgm:cxn modelId="{3B6DA38F-E842-4EB9-9575-CDDF94AA7DB5}" type="presParOf" srcId="{A4A6A3E2-C645-4A2C-8050-4E8796295C8E}" destId="{40BC4C9C-EF33-438B-B301-1D2386CF5807}" srcOrd="0" destOrd="0" presId="urn:microsoft.com/office/officeart/2017/3/layout/DropPinTimeline"/>
    <dgm:cxn modelId="{D6BDD6E2-CF58-4922-BD13-54A8A6A2266F}" type="presParOf" srcId="{A4A6A3E2-C645-4A2C-8050-4E8796295C8E}" destId="{EBED0CF5-F33C-44FC-9C8A-6C88E01D59B9}" srcOrd="1" destOrd="0" presId="urn:microsoft.com/office/officeart/2017/3/layout/DropPinTimeline"/>
    <dgm:cxn modelId="{01E34E0B-9CC0-4290-A30A-2BEA20D24DC8}" type="presParOf" srcId="{5CF60129-86D6-4A72-99D2-CE696FE0EF79}" destId="{E99839FA-3A86-4934-8DC2-D19223329319}" srcOrd="2" destOrd="0" presId="urn:microsoft.com/office/officeart/2017/3/layout/DropPinTimeline"/>
    <dgm:cxn modelId="{317F49B8-3FC0-48A8-A96C-FBC2076CDD4D}" type="presParOf" srcId="{5CF60129-86D6-4A72-99D2-CE696FE0EF79}" destId="{B30EB5C2-9E99-4FBF-BFD4-DE51A5A6CC0D}" srcOrd="3" destOrd="0" presId="urn:microsoft.com/office/officeart/2017/3/layout/DropPinTimeline"/>
    <dgm:cxn modelId="{28723457-1A78-413D-B593-28FE590E80DA}" type="presParOf" srcId="{5CF60129-86D6-4A72-99D2-CE696FE0EF79}" destId="{E34C858B-82C0-4917-A648-9CEFA28DCF4C}" srcOrd="4" destOrd="0" presId="urn:microsoft.com/office/officeart/2017/3/layout/DropPinTimeline"/>
    <dgm:cxn modelId="{B9B51C45-E2BD-423A-BF75-BE51C4E3CFA1}" type="presParOf" srcId="{5CF60129-86D6-4A72-99D2-CE696FE0EF79}" destId="{6B283D75-6C27-4CDE-A46D-93C14FE02998}" srcOrd="5" destOrd="0" presId="urn:microsoft.com/office/officeart/2017/3/layout/DropPinTimeline"/>
    <dgm:cxn modelId="{F919DCDA-052A-4D9A-A1BA-444B4FCB7A72}" type="presParOf" srcId="{191D724A-0881-4A2A-952F-4324AF4DF45F}" destId="{4AA0EF57-0111-42D8-ABB7-AFE18A055C10}" srcOrd="9" destOrd="0" presId="urn:microsoft.com/office/officeart/2017/3/layout/DropPinTimeline"/>
    <dgm:cxn modelId="{4845DF32-4BF2-4A6E-A277-C78B2A0EF472}" type="presParOf" srcId="{191D724A-0881-4A2A-952F-4324AF4DF45F}" destId="{2F6CE875-9EBF-4483-BCB1-4557698A503A}" srcOrd="10" destOrd="0" presId="urn:microsoft.com/office/officeart/2017/3/layout/DropPinTimeline"/>
    <dgm:cxn modelId="{966F06AE-4AEB-4B26-AC7D-8969EABB5F35}" type="presParOf" srcId="{2F6CE875-9EBF-4483-BCB1-4557698A503A}" destId="{9418C264-6CEF-4BE3-8A87-7E45CF32620F}" srcOrd="0" destOrd="0" presId="urn:microsoft.com/office/officeart/2017/3/layout/DropPinTimeline"/>
    <dgm:cxn modelId="{D00D334B-AD9F-4118-B587-675476C1F836}" type="presParOf" srcId="{2F6CE875-9EBF-4483-BCB1-4557698A503A}" destId="{F9E8D1D0-EC4C-4F2E-B9AC-22BBBF75314C}" srcOrd="1" destOrd="0" presId="urn:microsoft.com/office/officeart/2017/3/layout/DropPinTimeline"/>
    <dgm:cxn modelId="{67BF0FC1-C046-488C-B9D8-4A2D79B44723}" type="presParOf" srcId="{F9E8D1D0-EC4C-4F2E-B9AC-22BBBF75314C}" destId="{16DE5B2E-D687-4B34-BDAC-9C2F0061F41B}" srcOrd="0" destOrd="0" presId="urn:microsoft.com/office/officeart/2017/3/layout/DropPinTimeline"/>
    <dgm:cxn modelId="{751E5E3D-7086-4C7F-8B47-77D75F99B29C}" type="presParOf" srcId="{F9E8D1D0-EC4C-4F2E-B9AC-22BBBF75314C}" destId="{75E8F93D-3BD5-4DD8-AD81-0152CDAB224B}" srcOrd="1" destOrd="0" presId="urn:microsoft.com/office/officeart/2017/3/layout/DropPinTimeline"/>
    <dgm:cxn modelId="{F7E8F85A-EA9C-4DE7-9570-0B6B29C76FEA}" type="presParOf" srcId="{2F6CE875-9EBF-4483-BCB1-4557698A503A}" destId="{AB96AE8A-DA45-4E2A-BAC5-89E67D9E9BBF}" srcOrd="2" destOrd="0" presId="urn:microsoft.com/office/officeart/2017/3/layout/DropPinTimeline"/>
    <dgm:cxn modelId="{FEB75D25-42FE-4E7C-B7E1-121308963352}" type="presParOf" srcId="{2F6CE875-9EBF-4483-BCB1-4557698A503A}" destId="{3C802996-4477-4929-9AD8-ACDF9DC991ED}" srcOrd="3" destOrd="0" presId="urn:microsoft.com/office/officeart/2017/3/layout/DropPinTimeline"/>
    <dgm:cxn modelId="{A0481301-F3C0-40E0-8704-4A3B0C274C7A}" type="presParOf" srcId="{2F6CE875-9EBF-4483-BCB1-4557698A503A}" destId="{45C38043-7AA5-45E1-A513-1E3485D528CE}" srcOrd="4" destOrd="0" presId="urn:microsoft.com/office/officeart/2017/3/layout/DropPinTimeline"/>
    <dgm:cxn modelId="{4EF4A2B0-3E2D-4752-9354-62C113E10DF2}" type="presParOf" srcId="{2F6CE875-9EBF-4483-BCB1-4557698A503A}" destId="{D6D0262A-E612-4B37-B2DE-C2669B1FBB43}" srcOrd="5" destOrd="0" presId="urn:microsoft.com/office/officeart/2017/3/layout/DropPinTimeline"/>
    <dgm:cxn modelId="{A726EEF7-A67A-47CD-9E5A-60AFDB6B5B49}" type="presParOf" srcId="{191D724A-0881-4A2A-952F-4324AF4DF45F}" destId="{32D6105F-1796-4BB2-9F0F-79CCDB694CBA}" srcOrd="11" destOrd="0" presId="urn:microsoft.com/office/officeart/2017/3/layout/DropPinTimeline"/>
    <dgm:cxn modelId="{4C93E16B-93EB-486F-ADA9-37AAB49CE130}" type="presParOf" srcId="{191D724A-0881-4A2A-952F-4324AF4DF45F}" destId="{7CB40608-1F93-4EEA-94BD-9F1352FF844B}" srcOrd="12" destOrd="0" presId="urn:microsoft.com/office/officeart/2017/3/layout/DropPinTimeline"/>
    <dgm:cxn modelId="{7DB1B3E1-1455-466C-9966-DD28BA6E00A3}" type="presParOf" srcId="{7CB40608-1F93-4EEA-94BD-9F1352FF844B}" destId="{DA2A93F0-1CD1-491D-BB53-ECE8FD725647}" srcOrd="0" destOrd="0" presId="urn:microsoft.com/office/officeart/2017/3/layout/DropPinTimeline"/>
    <dgm:cxn modelId="{DC15FA60-F25C-4E07-94E8-01EC357625AB}" type="presParOf" srcId="{7CB40608-1F93-4EEA-94BD-9F1352FF844B}" destId="{8DB4DAB8-3954-4EF3-A052-1CF93192EAFF}" srcOrd="1" destOrd="0" presId="urn:microsoft.com/office/officeart/2017/3/layout/DropPinTimeline"/>
    <dgm:cxn modelId="{174182B1-0267-4B18-B66F-C32B31F910C1}" type="presParOf" srcId="{8DB4DAB8-3954-4EF3-A052-1CF93192EAFF}" destId="{A560051F-696E-450D-9B58-2334E0648D54}" srcOrd="0" destOrd="0" presId="urn:microsoft.com/office/officeart/2017/3/layout/DropPinTimeline"/>
    <dgm:cxn modelId="{6FE539B4-BA6B-490E-8B0D-A574536D2F1D}" type="presParOf" srcId="{8DB4DAB8-3954-4EF3-A052-1CF93192EAFF}" destId="{CA7E9B98-EE7C-4820-A3EE-5A2B2A71843B}" srcOrd="1" destOrd="0" presId="urn:microsoft.com/office/officeart/2017/3/layout/DropPinTimeline"/>
    <dgm:cxn modelId="{CAD45FA4-6A68-4C74-A703-4E8261812534}" type="presParOf" srcId="{7CB40608-1F93-4EEA-94BD-9F1352FF844B}" destId="{44179844-0116-44B8-8EEA-0CD474E1BF9A}" srcOrd="2" destOrd="0" presId="urn:microsoft.com/office/officeart/2017/3/layout/DropPinTimeline"/>
    <dgm:cxn modelId="{AF16AA02-EBCB-4B35-B896-861041A75688}" type="presParOf" srcId="{7CB40608-1F93-4EEA-94BD-9F1352FF844B}" destId="{3D2B4076-B8B8-4BB6-A987-F63C89728A45}" srcOrd="3" destOrd="0" presId="urn:microsoft.com/office/officeart/2017/3/layout/DropPinTimeline"/>
    <dgm:cxn modelId="{F926A2CB-CFB5-49AE-A635-AC22D5953C0B}" type="presParOf" srcId="{7CB40608-1F93-4EEA-94BD-9F1352FF844B}" destId="{14451EAB-B6FF-486C-8011-8293809215CF}" srcOrd="4" destOrd="0" presId="urn:microsoft.com/office/officeart/2017/3/layout/DropPinTimeline"/>
    <dgm:cxn modelId="{AA8385E7-C25B-4538-93C9-B9F1512497CE}" type="presParOf" srcId="{7CB40608-1F93-4EEA-94BD-9F1352FF844B}" destId="{DBB04BD8-4192-4D2B-8060-D894FA8866D2}" srcOrd="5" destOrd="0" presId="urn:microsoft.com/office/officeart/2017/3/layout/DropPinTimeline"/>
    <dgm:cxn modelId="{199B3E3C-C508-45C1-B724-A7418EB53E4A}" type="presParOf" srcId="{191D724A-0881-4A2A-952F-4324AF4DF45F}" destId="{E74E547D-905A-4AA0-9CBE-3EBF6B79A50A}" srcOrd="13" destOrd="0" presId="urn:microsoft.com/office/officeart/2017/3/layout/DropPinTimeline"/>
    <dgm:cxn modelId="{EB9E1879-BA03-409C-93C3-6ECB61627EF6}" type="presParOf" srcId="{191D724A-0881-4A2A-952F-4324AF4DF45F}" destId="{1E6559DD-4CA7-4712-B9E7-CEE70766E5D9}" srcOrd="14" destOrd="0" presId="urn:microsoft.com/office/officeart/2017/3/layout/DropPinTimeline"/>
    <dgm:cxn modelId="{45330C88-BB44-48D4-86D6-F2E6B78A9754}" type="presParOf" srcId="{1E6559DD-4CA7-4712-B9E7-CEE70766E5D9}" destId="{EBF8797E-B217-42A1-8720-98A0E44D6EE1}" srcOrd="0" destOrd="0" presId="urn:microsoft.com/office/officeart/2017/3/layout/DropPinTimeline"/>
    <dgm:cxn modelId="{4B65F6DA-B397-4D92-963B-192C827BDDA4}" type="presParOf" srcId="{1E6559DD-4CA7-4712-B9E7-CEE70766E5D9}" destId="{9449D632-027B-46C0-BA4D-30FD34435449}" srcOrd="1" destOrd="0" presId="urn:microsoft.com/office/officeart/2017/3/layout/DropPinTimeline"/>
    <dgm:cxn modelId="{214DDF43-3B78-4150-AF3C-6AA11C776FC5}" type="presParOf" srcId="{9449D632-027B-46C0-BA4D-30FD34435449}" destId="{C4E8D3D3-EE3B-4BBA-B5F2-D016F04FADE4}" srcOrd="0" destOrd="0" presId="urn:microsoft.com/office/officeart/2017/3/layout/DropPinTimeline"/>
    <dgm:cxn modelId="{C696A5E6-ABD4-446C-8790-27FC431D1994}" type="presParOf" srcId="{9449D632-027B-46C0-BA4D-30FD34435449}" destId="{20896814-1B1D-454F-A2C5-C19001E64D67}" srcOrd="1" destOrd="0" presId="urn:microsoft.com/office/officeart/2017/3/layout/DropPinTimeline"/>
    <dgm:cxn modelId="{FBB60A0D-CDD7-4664-A569-04995357FCDA}" type="presParOf" srcId="{1E6559DD-4CA7-4712-B9E7-CEE70766E5D9}" destId="{3F591D9A-7FC8-4F74-A5CB-5C5712183EAD}" srcOrd="2" destOrd="0" presId="urn:microsoft.com/office/officeart/2017/3/layout/DropPinTimeline"/>
    <dgm:cxn modelId="{B3D26019-0FF0-4FF8-9802-CBA942503CA2}" type="presParOf" srcId="{1E6559DD-4CA7-4712-B9E7-CEE70766E5D9}" destId="{CDD82780-1F9F-47B5-937E-130C39B41D81}" srcOrd="3" destOrd="0" presId="urn:microsoft.com/office/officeart/2017/3/layout/DropPinTimeline"/>
    <dgm:cxn modelId="{5529D7BF-57FC-416B-B7A1-E1631C0A21C5}" type="presParOf" srcId="{1E6559DD-4CA7-4712-B9E7-CEE70766E5D9}" destId="{80E39F69-1A1F-49EB-8A35-25E3F1998856}" srcOrd="4" destOrd="0" presId="urn:microsoft.com/office/officeart/2017/3/layout/DropPinTimeline"/>
    <dgm:cxn modelId="{3E3C49C7-D5D4-40BA-8EA7-345107A80B89}" type="presParOf" srcId="{1E6559DD-4CA7-4712-B9E7-CEE70766E5D9}" destId="{2F7DE7B9-A9CA-48C5-9A4D-DAA18024D578}" srcOrd="5" destOrd="0" presId="urn:microsoft.com/office/officeart/2017/3/layout/DropPinTimeline"/>
    <dgm:cxn modelId="{1FE5AC0E-525F-4635-B550-F61D46737A97}" type="presParOf" srcId="{191D724A-0881-4A2A-952F-4324AF4DF45F}" destId="{7B8E8C30-7969-4FFC-86C9-4C4209D131C9}" srcOrd="15" destOrd="0" presId="urn:microsoft.com/office/officeart/2017/3/layout/DropPinTimeline"/>
    <dgm:cxn modelId="{694C42D6-1ACB-4551-A819-71E16B59EF26}" type="presParOf" srcId="{191D724A-0881-4A2A-952F-4324AF4DF45F}" destId="{EACEF11B-0E54-4D7D-85D5-BC45CEAF632B}" srcOrd="16" destOrd="0" presId="urn:microsoft.com/office/officeart/2017/3/layout/DropPinTimeline"/>
    <dgm:cxn modelId="{0E896319-789E-462B-8889-89F4972FE4B5}" type="presParOf" srcId="{EACEF11B-0E54-4D7D-85D5-BC45CEAF632B}" destId="{03C58A0A-AA0A-4A01-84AD-C3EB43E9C188}" srcOrd="0" destOrd="0" presId="urn:microsoft.com/office/officeart/2017/3/layout/DropPinTimeline"/>
    <dgm:cxn modelId="{97C6A82C-1EAB-4D3F-9830-9712D5C73666}" type="presParOf" srcId="{EACEF11B-0E54-4D7D-85D5-BC45CEAF632B}" destId="{D9529178-4080-4640-8BDE-4ADCAAB74CD3}" srcOrd="1" destOrd="0" presId="urn:microsoft.com/office/officeart/2017/3/layout/DropPinTimeline"/>
    <dgm:cxn modelId="{489E6565-8B4D-41A0-87B5-5F2EEDC6889F}" type="presParOf" srcId="{D9529178-4080-4640-8BDE-4ADCAAB74CD3}" destId="{807774D8-9995-44D1-BF51-ADD027E358E7}" srcOrd="0" destOrd="0" presId="urn:microsoft.com/office/officeart/2017/3/layout/DropPinTimeline"/>
    <dgm:cxn modelId="{AD802C72-A6C2-4364-A5F1-3ABA1C416F26}" type="presParOf" srcId="{D9529178-4080-4640-8BDE-4ADCAAB74CD3}" destId="{D523509A-329A-4FBF-8E45-03B637F717F9}" srcOrd="1" destOrd="0" presId="urn:microsoft.com/office/officeart/2017/3/layout/DropPinTimeline"/>
    <dgm:cxn modelId="{0FE45E5A-32BA-499B-88D0-BE1621B5D398}" type="presParOf" srcId="{EACEF11B-0E54-4D7D-85D5-BC45CEAF632B}" destId="{0B1FFF37-8DF4-438A-BF04-858899745B74}" srcOrd="2" destOrd="0" presId="urn:microsoft.com/office/officeart/2017/3/layout/DropPinTimeline"/>
    <dgm:cxn modelId="{4F5D3823-53E2-4B18-B0F0-E948B64721DE}" type="presParOf" srcId="{EACEF11B-0E54-4D7D-85D5-BC45CEAF632B}" destId="{447CC4B8-7D27-4DE2-AC7E-9EC3CE33DC5F}" srcOrd="3" destOrd="0" presId="urn:microsoft.com/office/officeart/2017/3/layout/DropPinTimeline"/>
    <dgm:cxn modelId="{BCF13E20-15F2-4E57-B34A-2555EE4F5B42}" type="presParOf" srcId="{EACEF11B-0E54-4D7D-85D5-BC45CEAF632B}" destId="{83A14896-4F47-4F63-B030-1E85D0D6840D}" srcOrd="4" destOrd="0" presId="urn:microsoft.com/office/officeart/2017/3/layout/DropPinTimeline"/>
    <dgm:cxn modelId="{9AF38E6D-4C4B-4B45-89B5-5CE2FA2F712D}" type="presParOf" srcId="{EACEF11B-0E54-4D7D-85D5-BC45CEAF632B}" destId="{9A4C77C6-D79B-4826-9598-B0479CD22BBC}" srcOrd="5" destOrd="0" presId="urn:microsoft.com/office/officeart/2017/3/layout/DropPinTimeline"/>
    <dgm:cxn modelId="{C6BFC7F7-3F21-42DF-861F-A87CE4E7ED82}" type="presParOf" srcId="{191D724A-0881-4A2A-952F-4324AF4DF45F}" destId="{99C4FD74-B300-4DA3-AB65-CAAA40A246B2}" srcOrd="17" destOrd="0" presId="urn:microsoft.com/office/officeart/2017/3/layout/DropPinTimeline"/>
    <dgm:cxn modelId="{BA9927C5-E0C3-4762-B828-287EFE0F8F87}" type="presParOf" srcId="{191D724A-0881-4A2A-952F-4324AF4DF45F}" destId="{FA383E21-BAF6-43C3-9549-2280BEDAAC3E}" srcOrd="18" destOrd="0" presId="urn:microsoft.com/office/officeart/2017/3/layout/DropPinTimeline"/>
    <dgm:cxn modelId="{EB21F096-66C3-466E-AE0D-FAE9D7196010}" type="presParOf" srcId="{FA383E21-BAF6-43C3-9549-2280BEDAAC3E}" destId="{0D417DD1-F8F2-4F65-A74E-E79DF821F533}" srcOrd="0" destOrd="0" presId="urn:microsoft.com/office/officeart/2017/3/layout/DropPinTimeline"/>
    <dgm:cxn modelId="{0515E4A1-BF38-4A19-B742-589DA97D1949}" type="presParOf" srcId="{FA383E21-BAF6-43C3-9549-2280BEDAAC3E}" destId="{FA64C19B-50ED-4F1A-BB79-7A629B89FE2E}" srcOrd="1" destOrd="0" presId="urn:microsoft.com/office/officeart/2017/3/layout/DropPinTimeline"/>
    <dgm:cxn modelId="{7C486CEE-19CA-40FC-B094-0563FF24A25B}" type="presParOf" srcId="{FA64C19B-50ED-4F1A-BB79-7A629B89FE2E}" destId="{4382F685-7B69-4BFA-82D1-4E3763890076}" srcOrd="0" destOrd="0" presId="urn:microsoft.com/office/officeart/2017/3/layout/DropPinTimeline"/>
    <dgm:cxn modelId="{49ACE873-3F19-4E97-ABB0-CA4F02B162AE}" type="presParOf" srcId="{FA64C19B-50ED-4F1A-BB79-7A629B89FE2E}" destId="{285C1063-A827-459E-A9DB-114B5CEDBE76}" srcOrd="1" destOrd="0" presId="urn:microsoft.com/office/officeart/2017/3/layout/DropPinTimeline"/>
    <dgm:cxn modelId="{9A650FF8-0F97-44A4-9384-8F4B901B9C2C}" type="presParOf" srcId="{FA383E21-BAF6-43C3-9549-2280BEDAAC3E}" destId="{21187F3C-9725-4796-AD37-41C475727BF3}" srcOrd="2" destOrd="0" presId="urn:microsoft.com/office/officeart/2017/3/layout/DropPinTimeline"/>
    <dgm:cxn modelId="{76EE76CE-B2F2-40B1-BF47-5256D5635DDF}" type="presParOf" srcId="{FA383E21-BAF6-43C3-9549-2280BEDAAC3E}" destId="{99E81F16-B87C-4395-B4BE-9ED2A0B2B505}" srcOrd="3" destOrd="0" presId="urn:microsoft.com/office/officeart/2017/3/layout/DropPinTimeline"/>
    <dgm:cxn modelId="{A7C2B504-1F7E-4AE0-A224-2B2C877648EF}" type="presParOf" srcId="{FA383E21-BAF6-43C3-9549-2280BEDAAC3E}" destId="{7A3E9C74-4866-4D2F-A4A6-6D30160695FB}" srcOrd="4" destOrd="0" presId="urn:microsoft.com/office/officeart/2017/3/layout/DropPinTimeline"/>
    <dgm:cxn modelId="{D3B8B33E-E5DE-4189-8454-1EC75C56DCAA}" type="presParOf" srcId="{FA383E21-BAF6-43C3-9549-2280BEDAAC3E}" destId="{9AC27E0A-2754-4765-B07D-634533B2B39B}" srcOrd="5" destOrd="0" presId="urn:microsoft.com/office/officeart/2017/3/layout/DropPinTimeline"/>
    <dgm:cxn modelId="{3B38C1D7-CFC2-49BB-A9B3-2B20C83F4DBA}" type="presParOf" srcId="{191D724A-0881-4A2A-952F-4324AF4DF45F}" destId="{89BE6F21-35E0-468E-A1BC-7A18174498E1}" srcOrd="19" destOrd="0" presId="urn:microsoft.com/office/officeart/2017/3/layout/DropPinTimeline"/>
    <dgm:cxn modelId="{775CA77A-F6AF-4896-B8CA-2B6E67053DC3}" type="presParOf" srcId="{191D724A-0881-4A2A-952F-4324AF4DF45F}" destId="{1EB0587A-F6E6-4B9B-BD50-AC8364284B85}" srcOrd="20" destOrd="0" presId="urn:microsoft.com/office/officeart/2017/3/layout/DropPinTimeline"/>
    <dgm:cxn modelId="{FF082186-625F-45A9-A136-C2DCE4B40B30}" type="presParOf" srcId="{1EB0587A-F6E6-4B9B-BD50-AC8364284B85}" destId="{81FEA1A5-811C-42C9-9554-5024D049ED62}" srcOrd="0" destOrd="0" presId="urn:microsoft.com/office/officeart/2017/3/layout/DropPinTimeline"/>
    <dgm:cxn modelId="{D74F0E92-3FA0-4C76-B5F2-12B74EAE4B3C}" type="presParOf" srcId="{1EB0587A-F6E6-4B9B-BD50-AC8364284B85}" destId="{E3515C78-7146-4B91-87D0-EBE02F7A1148}" srcOrd="1" destOrd="0" presId="urn:microsoft.com/office/officeart/2017/3/layout/DropPinTimeline"/>
    <dgm:cxn modelId="{E85F5D51-0195-407E-95FC-227C28BFA7BE}" type="presParOf" srcId="{E3515C78-7146-4B91-87D0-EBE02F7A1148}" destId="{0F6D75DF-00DB-4749-B250-BC42FD2AB1AB}" srcOrd="0" destOrd="0" presId="urn:microsoft.com/office/officeart/2017/3/layout/DropPinTimeline"/>
    <dgm:cxn modelId="{EB45B044-A7D3-4B29-978F-206B931B6F95}" type="presParOf" srcId="{E3515C78-7146-4B91-87D0-EBE02F7A1148}" destId="{AEAE356A-3E24-4290-A5BB-F00E00B7A9D9}" srcOrd="1" destOrd="0" presId="urn:microsoft.com/office/officeart/2017/3/layout/DropPinTimeline"/>
    <dgm:cxn modelId="{7BB5781E-5E87-4669-A8D3-BD83262ECAF2}" type="presParOf" srcId="{1EB0587A-F6E6-4B9B-BD50-AC8364284B85}" destId="{B124131F-1E29-4F72-AB53-23A9DD3D6CD6}" srcOrd="2" destOrd="0" presId="urn:microsoft.com/office/officeart/2017/3/layout/DropPinTimeline"/>
    <dgm:cxn modelId="{B3070A2D-1079-4472-B229-05458F714F4C}" type="presParOf" srcId="{1EB0587A-F6E6-4B9B-BD50-AC8364284B85}" destId="{7944C4C9-F157-46E1-A36D-A795E6456798}" srcOrd="3" destOrd="0" presId="urn:microsoft.com/office/officeart/2017/3/layout/DropPinTimeline"/>
    <dgm:cxn modelId="{B8F153CE-C17D-4A40-8B3E-B75A9F552675}" type="presParOf" srcId="{1EB0587A-F6E6-4B9B-BD50-AC8364284B85}" destId="{EAA1EC8C-FAA9-48AF-BF6F-B517F5BC5117}" srcOrd="4" destOrd="0" presId="urn:microsoft.com/office/officeart/2017/3/layout/DropPinTimeline"/>
    <dgm:cxn modelId="{970059C7-6C3C-4069-BA00-0BB8D9B73ECC}" type="presParOf" srcId="{1EB0587A-F6E6-4B9B-BD50-AC8364284B85}" destId="{45E45389-6E39-4C55-A722-0714228A577F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2ED1E4-F62C-4857-BB2D-652BE8FC5DB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7A6918-D930-4DC5-9BA5-A1793DD2BAA3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b="1" dirty="0">
              <a:solidFill>
                <a:srgbClr val="404040"/>
              </a:solidFill>
              <a:latin typeface="Trebuchet MS"/>
            </a:rPr>
            <a:t>Data </a:t>
          </a:r>
          <a:r>
            <a:rPr lang="en-US" b="1" dirty="0">
              <a:solidFill>
                <a:srgbClr val="000000"/>
              </a:solidFill>
              <a:latin typeface="Trebuchet MS"/>
            </a:rPr>
            <a:t>Collection</a:t>
          </a:r>
        </a:p>
      </dgm:t>
    </dgm:pt>
    <dgm:pt modelId="{1D65F337-33F5-41E7-925C-869F39031FCB}" type="parTrans" cxnId="{52182261-B6F0-4139-8160-38A612111E0D}">
      <dgm:prSet/>
      <dgm:spPr/>
    </dgm:pt>
    <dgm:pt modelId="{4A6E4732-210C-452D-93FB-547DABF7E29D}" type="sibTrans" cxnId="{52182261-B6F0-4139-8160-38A612111E0D}">
      <dgm:prSet/>
      <dgm:spPr/>
    </dgm:pt>
    <dgm:pt modelId="{169B5C71-2311-4917-AEFF-EE05539D1DD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b="1" dirty="0">
              <a:solidFill>
                <a:srgbClr val="404040"/>
              </a:solidFill>
              <a:latin typeface="Trebuchet MS"/>
            </a:rPr>
            <a:t>Sales </a:t>
          </a:r>
          <a:r>
            <a:rPr lang="en-US" b="1" dirty="0">
              <a:solidFill>
                <a:srgbClr val="000000"/>
              </a:solidFill>
              <a:latin typeface="Trebuchet MS"/>
            </a:rPr>
            <a:t>figures</a:t>
          </a:r>
        </a:p>
      </dgm:t>
    </dgm:pt>
    <dgm:pt modelId="{098862C2-3C12-43F6-85E3-21BEE99CB841}" type="parTrans" cxnId="{30F11A9A-03F0-40AD-8292-66FE3181A28A}">
      <dgm:prSet/>
      <dgm:spPr/>
    </dgm:pt>
    <dgm:pt modelId="{C1A8E98F-6944-4CA7-9DE4-DFB4319F3694}" type="sibTrans" cxnId="{30F11A9A-03F0-40AD-8292-66FE3181A28A}">
      <dgm:prSet/>
      <dgm:spPr/>
    </dgm:pt>
    <dgm:pt modelId="{723BD618-DD5B-457B-A610-45EE93F14B6E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b="1" dirty="0">
              <a:solidFill>
                <a:srgbClr val="404040"/>
              </a:solidFill>
              <a:latin typeface="Trebuchet MS"/>
            </a:rPr>
            <a:t>Ad Data</a:t>
          </a:r>
          <a:endParaRPr lang="en-US" b="1" dirty="0">
            <a:solidFill>
              <a:srgbClr val="000000"/>
            </a:solidFill>
            <a:latin typeface="Trebuchet MS"/>
          </a:endParaRPr>
        </a:p>
      </dgm:t>
    </dgm:pt>
    <dgm:pt modelId="{BE533CD2-3594-4380-8E40-516930292D93}" type="parTrans" cxnId="{77646392-B251-4AB3-A117-9EE0281522D3}">
      <dgm:prSet/>
      <dgm:spPr/>
    </dgm:pt>
    <dgm:pt modelId="{7B34161F-3FAB-4AED-9BBF-3D834677A87F}" type="sibTrans" cxnId="{77646392-B251-4AB3-A117-9EE0281522D3}">
      <dgm:prSet/>
      <dgm:spPr/>
    </dgm:pt>
    <dgm:pt modelId="{6D520D81-A594-41DE-A837-216AB434A03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b="1" dirty="0">
              <a:solidFill>
                <a:srgbClr val="404040"/>
              </a:solidFill>
              <a:latin typeface="Trebuchet MS"/>
            </a:rPr>
            <a:t>Ad </a:t>
          </a:r>
          <a:r>
            <a:rPr lang="en-US" b="1" dirty="0">
              <a:solidFill>
                <a:srgbClr val="000000"/>
              </a:solidFill>
              <a:latin typeface="Trebuchet MS"/>
            </a:rPr>
            <a:t>spend</a:t>
          </a:r>
        </a:p>
      </dgm:t>
    </dgm:pt>
    <dgm:pt modelId="{D2F44129-CF3D-4C34-89A8-8149E77F6A72}" type="parTrans" cxnId="{737AC39F-9B97-4908-9173-EB491233750F}">
      <dgm:prSet/>
      <dgm:spPr/>
    </dgm:pt>
    <dgm:pt modelId="{89823B2A-F1EC-4522-B476-28EC9E5773CF}" type="sibTrans" cxnId="{737AC39F-9B97-4908-9173-EB491233750F}">
      <dgm:prSet/>
      <dgm:spPr/>
    </dgm:pt>
    <dgm:pt modelId="{3A2C8B82-881B-4199-862A-BDAB7AD608C6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b="1" dirty="0">
              <a:solidFill>
                <a:srgbClr val="404040"/>
              </a:solidFill>
              <a:latin typeface="Trebuchet MS"/>
            </a:rPr>
            <a:t>Customer Data</a:t>
          </a:r>
          <a:endParaRPr lang="en-US" b="1" dirty="0">
            <a:solidFill>
              <a:srgbClr val="000000"/>
            </a:solidFill>
            <a:latin typeface="Trebuchet MS"/>
          </a:endParaRPr>
        </a:p>
      </dgm:t>
    </dgm:pt>
    <dgm:pt modelId="{F276C1A9-B9B3-4B6A-9705-E50957A61F1D}" type="parTrans" cxnId="{E7718798-2B07-4118-AE3F-BFB359E5AE01}">
      <dgm:prSet/>
      <dgm:spPr/>
    </dgm:pt>
    <dgm:pt modelId="{6450BD1D-D641-43AE-A22F-DBF352851E90}" type="sibTrans" cxnId="{E7718798-2B07-4118-AE3F-BFB359E5AE01}">
      <dgm:prSet/>
      <dgm:spPr/>
    </dgm:pt>
    <dgm:pt modelId="{076B5A74-72FA-43FF-B6B9-C00C74688394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b="1" dirty="0">
              <a:solidFill>
                <a:srgbClr val="404040"/>
              </a:solidFill>
              <a:latin typeface="Trebuchet MS"/>
            </a:rPr>
            <a:t>Purchase behavior</a:t>
          </a:r>
          <a:endParaRPr lang="en-US" b="1" dirty="0">
            <a:solidFill>
              <a:srgbClr val="000000"/>
            </a:solidFill>
            <a:latin typeface="Trebuchet MS"/>
          </a:endParaRPr>
        </a:p>
      </dgm:t>
    </dgm:pt>
    <dgm:pt modelId="{549DD819-6DE6-4631-ADCA-0C3C3C4C5C6C}" type="parTrans" cxnId="{0D122B09-6E66-470F-B9A3-59216CE7940F}">
      <dgm:prSet/>
      <dgm:spPr/>
    </dgm:pt>
    <dgm:pt modelId="{30A2C66B-0E94-40BC-A4CF-29E4F3B1836E}" type="sibTrans" cxnId="{0D122B09-6E66-470F-B9A3-59216CE7940F}">
      <dgm:prSet/>
      <dgm:spPr/>
    </dgm:pt>
    <dgm:pt modelId="{1A70C2E2-E86A-4B9C-AAB0-7D563950005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b="1" dirty="0">
              <a:latin typeface="Trebuchet MS"/>
            </a:rPr>
            <a:t>Demographics</a:t>
          </a:r>
        </a:p>
      </dgm:t>
    </dgm:pt>
    <dgm:pt modelId="{8581A501-4EB7-484B-B6BF-150DB30C235D}" type="parTrans" cxnId="{02377C2E-DC4A-4D86-9228-A86BFD3C3086}">
      <dgm:prSet/>
      <dgm:spPr/>
    </dgm:pt>
    <dgm:pt modelId="{9CCDB568-6A91-4C50-8B68-F44A168C3B90}" type="sibTrans" cxnId="{02377C2E-DC4A-4D86-9228-A86BFD3C3086}">
      <dgm:prSet/>
      <dgm:spPr/>
    </dgm:pt>
    <dgm:pt modelId="{55034924-B42A-4FB1-ADE2-9D4EC5DBE7F7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b="1" dirty="0">
              <a:solidFill>
                <a:srgbClr val="404040"/>
              </a:solidFill>
              <a:latin typeface="Trebuchet MS"/>
            </a:rPr>
            <a:t>ad engagement</a:t>
          </a:r>
          <a:endParaRPr lang="en-US" b="1" dirty="0">
            <a:latin typeface="Trebuchet MS"/>
          </a:endParaRPr>
        </a:p>
      </dgm:t>
    </dgm:pt>
    <dgm:pt modelId="{D6B5B326-6E3D-457C-A04C-24332D34F451}" type="parTrans" cxnId="{1FA87AF3-677D-4690-849F-CFF90542ACFD}">
      <dgm:prSet/>
      <dgm:spPr/>
    </dgm:pt>
    <dgm:pt modelId="{E00B475A-8B69-445A-891F-6376ABB34509}" type="sibTrans" cxnId="{1FA87AF3-677D-4690-849F-CFF90542ACFD}">
      <dgm:prSet/>
      <dgm:spPr/>
    </dgm:pt>
    <dgm:pt modelId="{367AB816-80BB-4801-8373-F391E49AE112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b="1" dirty="0">
              <a:solidFill>
                <a:srgbClr val="404040"/>
              </a:solidFill>
              <a:latin typeface="Trebuchet MS"/>
            </a:rPr>
            <a:t> satisfaction levels</a:t>
          </a:r>
          <a:endParaRPr lang="en-US" b="1" dirty="0">
            <a:latin typeface="Trebuchet MS"/>
          </a:endParaRPr>
        </a:p>
      </dgm:t>
    </dgm:pt>
    <dgm:pt modelId="{FA89B0BE-6E00-4030-AD7F-FECA8032880F}" type="parTrans" cxnId="{8993315D-A57B-4657-8800-7EA7BEA33F28}">
      <dgm:prSet/>
      <dgm:spPr/>
    </dgm:pt>
    <dgm:pt modelId="{F3EF7C3C-CC4A-4365-B226-0DA88AA8DFD3}" type="sibTrans" cxnId="{8993315D-A57B-4657-8800-7EA7BEA33F28}">
      <dgm:prSet/>
      <dgm:spPr/>
    </dgm:pt>
    <dgm:pt modelId="{0AA9E8EE-D9F3-46C0-8E6C-53E4A69B64C1}">
      <dgm:prSet phldr="0"/>
      <dgm:spPr/>
      <dgm:t>
        <a:bodyPr/>
        <a:lstStyle/>
        <a:p>
          <a:pPr rtl="0"/>
          <a:r>
            <a:rPr lang="en-US" b="1" dirty="0">
              <a:solidFill>
                <a:srgbClr val="404040"/>
              </a:solidFill>
              <a:latin typeface="Trebuchet MS"/>
            </a:rPr>
            <a:t>ad types</a:t>
          </a:r>
          <a:endParaRPr lang="en-US" b="1" dirty="0">
            <a:latin typeface="Trebuchet MS"/>
          </a:endParaRPr>
        </a:p>
      </dgm:t>
    </dgm:pt>
    <dgm:pt modelId="{9556850F-688B-45C8-B6F5-1A2F2C63CDC5}" type="parTrans" cxnId="{ECBE8C4C-CF80-49FB-8422-63ABB6C28527}">
      <dgm:prSet/>
      <dgm:spPr/>
    </dgm:pt>
    <dgm:pt modelId="{13541396-5555-48ED-A2B5-93A54A47CC6E}" type="sibTrans" cxnId="{ECBE8C4C-CF80-49FB-8422-63ABB6C28527}">
      <dgm:prSet/>
      <dgm:spPr/>
    </dgm:pt>
    <dgm:pt modelId="{D008A2FA-5449-492A-82E9-EBFD074A6D35}">
      <dgm:prSet phldr="0"/>
      <dgm:spPr/>
      <dgm:t>
        <a:bodyPr/>
        <a:lstStyle/>
        <a:p>
          <a:pPr rtl="0"/>
          <a:r>
            <a:rPr lang="en-US" b="1" dirty="0">
              <a:solidFill>
                <a:srgbClr val="404040"/>
              </a:solidFill>
              <a:latin typeface="Trebuchet MS"/>
            </a:rPr>
            <a:t>target audience</a:t>
          </a:r>
          <a:endParaRPr lang="en-US" b="1" dirty="0">
            <a:latin typeface="Trebuchet MS"/>
          </a:endParaRPr>
        </a:p>
      </dgm:t>
    </dgm:pt>
    <dgm:pt modelId="{162CC7F8-B91A-4E56-BAAD-339F3169DB78}" type="parTrans" cxnId="{2BD916B9-DFE6-4352-AD3C-DAE14E17E088}">
      <dgm:prSet/>
      <dgm:spPr/>
    </dgm:pt>
    <dgm:pt modelId="{D0C87B72-A5DB-4E33-8DE8-12DD9D7F7C51}" type="sibTrans" cxnId="{2BD916B9-DFE6-4352-AD3C-DAE14E17E088}">
      <dgm:prSet/>
      <dgm:spPr/>
    </dgm:pt>
    <dgm:pt modelId="{2386A6F9-E4EF-4189-AB32-00C977E573A4}">
      <dgm:prSet phldr="0"/>
      <dgm:spPr/>
      <dgm:t>
        <a:bodyPr/>
        <a:lstStyle/>
        <a:p>
          <a:pPr rtl="0"/>
          <a:r>
            <a:rPr lang="en-US" b="1" dirty="0">
              <a:solidFill>
                <a:srgbClr val="404040"/>
              </a:solidFill>
              <a:latin typeface="Trebuchet MS"/>
            </a:rPr>
            <a:t>ad frequency</a:t>
          </a:r>
          <a:endParaRPr lang="en-US" b="1" dirty="0">
            <a:latin typeface="Trebuchet MS"/>
          </a:endParaRPr>
        </a:p>
      </dgm:t>
    </dgm:pt>
    <dgm:pt modelId="{71905682-729D-4630-B832-903DCF89FC47}" type="parTrans" cxnId="{2E05D0A9-D2F6-4BD7-ACD7-05E369CE788D}">
      <dgm:prSet/>
      <dgm:spPr/>
    </dgm:pt>
    <dgm:pt modelId="{7079C12A-C69C-456D-835D-17C722840A04}" type="sibTrans" cxnId="{2E05D0A9-D2F6-4BD7-ACD7-05E369CE788D}">
      <dgm:prSet/>
      <dgm:spPr/>
    </dgm:pt>
    <dgm:pt modelId="{C411DAFA-591D-464A-92F2-865BD1E5CB87}">
      <dgm:prSet phldr="0"/>
      <dgm:spPr/>
      <dgm:t>
        <a:bodyPr/>
        <a:lstStyle/>
        <a:p>
          <a:pPr rtl="0"/>
          <a:r>
            <a:rPr lang="en-US" b="1" dirty="0">
              <a:solidFill>
                <a:srgbClr val="404040"/>
              </a:solidFill>
              <a:latin typeface="Trebuchet MS"/>
            </a:rPr>
            <a:t>product categories</a:t>
          </a:r>
          <a:endParaRPr lang="en-US" b="1" dirty="0">
            <a:latin typeface="Trebuchet MS"/>
          </a:endParaRPr>
        </a:p>
      </dgm:t>
    </dgm:pt>
    <dgm:pt modelId="{F548AD41-5E41-4AF1-8EC5-C7B2E6FAB9B0}" type="parTrans" cxnId="{F17C1CE9-47A3-4757-8083-62DD4A228385}">
      <dgm:prSet/>
      <dgm:spPr/>
    </dgm:pt>
    <dgm:pt modelId="{2622ABDD-0E42-4964-ACEC-215B3667CB4B}" type="sibTrans" cxnId="{F17C1CE9-47A3-4757-8083-62DD4A228385}">
      <dgm:prSet/>
      <dgm:spPr/>
    </dgm:pt>
    <dgm:pt modelId="{20C8B3FA-D2B0-406F-8F9E-277C6EBA4606}">
      <dgm:prSet phldr="0"/>
      <dgm:spPr/>
      <dgm:t>
        <a:bodyPr/>
        <a:lstStyle/>
        <a:p>
          <a:r>
            <a:rPr lang="en-US" b="1" dirty="0">
              <a:solidFill>
                <a:srgbClr val="404040"/>
              </a:solidFill>
              <a:latin typeface="Trebuchet MS"/>
            </a:rPr>
            <a:t>brand recognition metrics</a:t>
          </a:r>
          <a:endParaRPr lang="en-US" b="1" dirty="0">
            <a:latin typeface="Trebuchet MS"/>
          </a:endParaRPr>
        </a:p>
      </dgm:t>
    </dgm:pt>
    <dgm:pt modelId="{52026FDA-4092-4328-A0A1-C65075F3CE17}" type="parTrans" cxnId="{5454466F-0D36-4BCD-9605-980A2E0F8F76}">
      <dgm:prSet/>
      <dgm:spPr/>
    </dgm:pt>
    <dgm:pt modelId="{F295B5B0-A33A-4D14-AA46-B5361D33B70C}" type="sibTrans" cxnId="{5454466F-0D36-4BCD-9605-980A2E0F8F76}">
      <dgm:prSet/>
      <dgm:spPr/>
    </dgm:pt>
    <dgm:pt modelId="{A5FD6923-A156-4D91-8204-E3BDCC194D79}">
      <dgm:prSet phldr="0"/>
      <dgm:spPr/>
      <dgm:t>
        <a:bodyPr/>
        <a:lstStyle/>
        <a:p>
          <a:r>
            <a:rPr lang="en-US" b="1" dirty="0">
              <a:solidFill>
                <a:srgbClr val="404040"/>
              </a:solidFill>
              <a:latin typeface="Trebuchet MS"/>
            </a:rPr>
            <a:t>Supplier Data</a:t>
          </a:r>
          <a:endParaRPr lang="en-US" b="1" dirty="0">
            <a:latin typeface="Trebuchet MS"/>
          </a:endParaRPr>
        </a:p>
      </dgm:t>
    </dgm:pt>
    <dgm:pt modelId="{CCBC4E4A-BF92-49BD-8A33-F21AF006F25F}" type="parTrans" cxnId="{7AF3218A-3FB7-46F1-A29A-364C0375C9A1}">
      <dgm:prSet/>
      <dgm:spPr/>
    </dgm:pt>
    <dgm:pt modelId="{E4F2A665-7635-4C6D-B0C2-4AFD79AC8E55}" type="sibTrans" cxnId="{7AF3218A-3FB7-46F1-A29A-364C0375C9A1}">
      <dgm:prSet/>
      <dgm:spPr/>
    </dgm:pt>
    <dgm:pt modelId="{6C2BE012-7555-4CE8-BB65-50CDF90A0F38}" type="pres">
      <dgm:prSet presAssocID="{B02ED1E4-F62C-4857-BB2D-652BE8FC5DB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DF02F99-E72D-4C8F-8DF6-E0FBA33123D7}" type="pres">
      <dgm:prSet presAssocID="{747A6918-D930-4DC5-9BA5-A1793DD2BAA3}" presName="hierRoot1" presStyleCnt="0"/>
      <dgm:spPr/>
    </dgm:pt>
    <dgm:pt modelId="{16B23743-1939-46A9-9EEE-97511169F940}" type="pres">
      <dgm:prSet presAssocID="{747A6918-D930-4DC5-9BA5-A1793DD2BAA3}" presName="composite" presStyleCnt="0"/>
      <dgm:spPr/>
    </dgm:pt>
    <dgm:pt modelId="{E255F554-BBA0-4D8B-81E0-8B8D8A97BF70}" type="pres">
      <dgm:prSet presAssocID="{747A6918-D930-4DC5-9BA5-A1793DD2BAA3}" presName="background" presStyleLbl="node0" presStyleIdx="0" presStyleCnt="1"/>
      <dgm:spPr/>
    </dgm:pt>
    <dgm:pt modelId="{6892C418-E16B-44A9-87BC-BAD7176EC673}" type="pres">
      <dgm:prSet presAssocID="{747A6918-D930-4DC5-9BA5-A1793DD2BAA3}" presName="text" presStyleLbl="fgAcc0" presStyleIdx="0" presStyleCnt="1">
        <dgm:presLayoutVars>
          <dgm:chPref val="3"/>
        </dgm:presLayoutVars>
      </dgm:prSet>
      <dgm:spPr/>
    </dgm:pt>
    <dgm:pt modelId="{3D5D9FE0-05AB-4527-BD23-959427F86308}" type="pres">
      <dgm:prSet presAssocID="{747A6918-D930-4DC5-9BA5-A1793DD2BAA3}" presName="hierChild2" presStyleCnt="0"/>
      <dgm:spPr/>
    </dgm:pt>
    <dgm:pt modelId="{2B07275E-70F4-4E06-A374-1A6B943AA9AD}" type="pres">
      <dgm:prSet presAssocID="{CCBC4E4A-BF92-49BD-8A33-F21AF006F25F}" presName="Name10" presStyleLbl="parChTrans1D2" presStyleIdx="0" presStyleCnt="3"/>
      <dgm:spPr/>
    </dgm:pt>
    <dgm:pt modelId="{CABA4E32-B01A-4DCE-A501-D1FBBA904D4C}" type="pres">
      <dgm:prSet presAssocID="{A5FD6923-A156-4D91-8204-E3BDCC194D79}" presName="hierRoot2" presStyleCnt="0"/>
      <dgm:spPr/>
    </dgm:pt>
    <dgm:pt modelId="{EE185DB1-58AD-4D7A-8132-BB28EDD0C8D5}" type="pres">
      <dgm:prSet presAssocID="{A5FD6923-A156-4D91-8204-E3BDCC194D79}" presName="composite2" presStyleCnt="0"/>
      <dgm:spPr/>
    </dgm:pt>
    <dgm:pt modelId="{2D50BF32-6774-437A-ACFE-D5AD772C743C}" type="pres">
      <dgm:prSet presAssocID="{A5FD6923-A156-4D91-8204-E3BDCC194D79}" presName="background2" presStyleLbl="node2" presStyleIdx="0" presStyleCnt="3"/>
      <dgm:spPr/>
    </dgm:pt>
    <dgm:pt modelId="{E5A5500F-286E-4674-B586-6A1C56BAFB98}" type="pres">
      <dgm:prSet presAssocID="{A5FD6923-A156-4D91-8204-E3BDCC194D79}" presName="text2" presStyleLbl="fgAcc2" presStyleIdx="0" presStyleCnt="3">
        <dgm:presLayoutVars>
          <dgm:chPref val="3"/>
        </dgm:presLayoutVars>
      </dgm:prSet>
      <dgm:spPr/>
    </dgm:pt>
    <dgm:pt modelId="{7E7E77B9-B133-48F1-BD05-F1334CD6C3E6}" type="pres">
      <dgm:prSet presAssocID="{A5FD6923-A156-4D91-8204-E3BDCC194D79}" presName="hierChild3" presStyleCnt="0"/>
      <dgm:spPr/>
    </dgm:pt>
    <dgm:pt modelId="{C5481EA3-8C1E-4BCA-8AD7-9071ED3182D7}" type="pres">
      <dgm:prSet presAssocID="{098862C2-3C12-43F6-85E3-21BEE99CB841}" presName="Name17" presStyleLbl="parChTrans1D3" presStyleIdx="0" presStyleCnt="11"/>
      <dgm:spPr/>
    </dgm:pt>
    <dgm:pt modelId="{E33A53F9-6DCF-4145-9B72-DD1D4BD9EE00}" type="pres">
      <dgm:prSet presAssocID="{169B5C71-2311-4917-AEFF-EE05539D1DDE}" presName="hierRoot3" presStyleCnt="0"/>
      <dgm:spPr/>
    </dgm:pt>
    <dgm:pt modelId="{16184202-A0E8-40CA-8F8B-F0F734B79D0D}" type="pres">
      <dgm:prSet presAssocID="{169B5C71-2311-4917-AEFF-EE05539D1DDE}" presName="composite3" presStyleCnt="0"/>
      <dgm:spPr/>
    </dgm:pt>
    <dgm:pt modelId="{24BC3AC8-6A8A-4669-A74F-8DAEC8F6D034}" type="pres">
      <dgm:prSet presAssocID="{169B5C71-2311-4917-AEFF-EE05539D1DDE}" presName="background3" presStyleLbl="node3" presStyleIdx="0" presStyleCnt="11"/>
      <dgm:spPr/>
    </dgm:pt>
    <dgm:pt modelId="{2843C68B-82A9-4CE6-9E56-BD3DA4B8125B}" type="pres">
      <dgm:prSet presAssocID="{169B5C71-2311-4917-AEFF-EE05539D1DDE}" presName="text3" presStyleLbl="fgAcc3" presStyleIdx="0" presStyleCnt="11">
        <dgm:presLayoutVars>
          <dgm:chPref val="3"/>
        </dgm:presLayoutVars>
      </dgm:prSet>
      <dgm:spPr/>
    </dgm:pt>
    <dgm:pt modelId="{960863C0-585F-4051-87D6-15A559B69832}" type="pres">
      <dgm:prSet presAssocID="{169B5C71-2311-4917-AEFF-EE05539D1DDE}" presName="hierChild4" presStyleCnt="0"/>
      <dgm:spPr/>
    </dgm:pt>
    <dgm:pt modelId="{2705D692-C53C-468B-B92E-AD92C9ACD1BA}" type="pres">
      <dgm:prSet presAssocID="{F548AD41-5E41-4AF1-8EC5-C7B2E6FAB9B0}" presName="Name17" presStyleLbl="parChTrans1D3" presStyleIdx="1" presStyleCnt="11"/>
      <dgm:spPr/>
    </dgm:pt>
    <dgm:pt modelId="{79664C09-4342-4D5C-A86F-D5D3B189DD41}" type="pres">
      <dgm:prSet presAssocID="{C411DAFA-591D-464A-92F2-865BD1E5CB87}" presName="hierRoot3" presStyleCnt="0"/>
      <dgm:spPr/>
    </dgm:pt>
    <dgm:pt modelId="{9994B078-10F7-4131-92FB-1A8DE7C8B353}" type="pres">
      <dgm:prSet presAssocID="{C411DAFA-591D-464A-92F2-865BD1E5CB87}" presName="composite3" presStyleCnt="0"/>
      <dgm:spPr/>
    </dgm:pt>
    <dgm:pt modelId="{B5FB398D-53C9-4FB3-8D3B-38B59DA3744A}" type="pres">
      <dgm:prSet presAssocID="{C411DAFA-591D-464A-92F2-865BD1E5CB87}" presName="background3" presStyleLbl="node3" presStyleIdx="1" presStyleCnt="11"/>
      <dgm:spPr/>
    </dgm:pt>
    <dgm:pt modelId="{3F1163D4-90C7-431B-AB9E-B9D36860D77C}" type="pres">
      <dgm:prSet presAssocID="{C411DAFA-591D-464A-92F2-865BD1E5CB87}" presName="text3" presStyleLbl="fgAcc3" presStyleIdx="1" presStyleCnt="11">
        <dgm:presLayoutVars>
          <dgm:chPref val="3"/>
        </dgm:presLayoutVars>
      </dgm:prSet>
      <dgm:spPr/>
    </dgm:pt>
    <dgm:pt modelId="{1DC8C20E-87AE-4700-B17F-9032BF8C2D1C}" type="pres">
      <dgm:prSet presAssocID="{C411DAFA-591D-464A-92F2-865BD1E5CB87}" presName="hierChild4" presStyleCnt="0"/>
      <dgm:spPr/>
    </dgm:pt>
    <dgm:pt modelId="{A138FB18-14B8-4E30-AFAF-8A5F7D341EBF}" type="pres">
      <dgm:prSet presAssocID="{52026FDA-4092-4328-A0A1-C65075F3CE17}" presName="Name17" presStyleLbl="parChTrans1D3" presStyleIdx="2" presStyleCnt="11"/>
      <dgm:spPr/>
    </dgm:pt>
    <dgm:pt modelId="{8D2F6ABB-2508-4CC2-83B3-307FD48563AF}" type="pres">
      <dgm:prSet presAssocID="{20C8B3FA-D2B0-406F-8F9E-277C6EBA4606}" presName="hierRoot3" presStyleCnt="0"/>
      <dgm:spPr/>
    </dgm:pt>
    <dgm:pt modelId="{31273E88-AA15-449F-86C0-AFD20D2068C5}" type="pres">
      <dgm:prSet presAssocID="{20C8B3FA-D2B0-406F-8F9E-277C6EBA4606}" presName="composite3" presStyleCnt="0"/>
      <dgm:spPr/>
    </dgm:pt>
    <dgm:pt modelId="{328B8E6B-E40A-4D73-92B0-2BA90DC79499}" type="pres">
      <dgm:prSet presAssocID="{20C8B3FA-D2B0-406F-8F9E-277C6EBA4606}" presName="background3" presStyleLbl="node3" presStyleIdx="2" presStyleCnt="11"/>
      <dgm:spPr/>
    </dgm:pt>
    <dgm:pt modelId="{FE7DA31D-9B0C-443E-9C61-F56465FCC347}" type="pres">
      <dgm:prSet presAssocID="{20C8B3FA-D2B0-406F-8F9E-277C6EBA4606}" presName="text3" presStyleLbl="fgAcc3" presStyleIdx="2" presStyleCnt="11">
        <dgm:presLayoutVars>
          <dgm:chPref val="3"/>
        </dgm:presLayoutVars>
      </dgm:prSet>
      <dgm:spPr/>
    </dgm:pt>
    <dgm:pt modelId="{F61661F6-AE11-44BE-9744-2A4EB5371877}" type="pres">
      <dgm:prSet presAssocID="{20C8B3FA-D2B0-406F-8F9E-277C6EBA4606}" presName="hierChild4" presStyleCnt="0"/>
      <dgm:spPr/>
    </dgm:pt>
    <dgm:pt modelId="{923BB5DF-8ACB-47C1-96A2-BF94B9A6C08E}" type="pres">
      <dgm:prSet presAssocID="{BE533CD2-3594-4380-8E40-516930292D93}" presName="Name10" presStyleLbl="parChTrans1D2" presStyleIdx="1" presStyleCnt="3"/>
      <dgm:spPr/>
    </dgm:pt>
    <dgm:pt modelId="{601EE2F1-BC4E-4C36-B2CB-2A7CE3788807}" type="pres">
      <dgm:prSet presAssocID="{723BD618-DD5B-457B-A610-45EE93F14B6E}" presName="hierRoot2" presStyleCnt="0"/>
      <dgm:spPr/>
    </dgm:pt>
    <dgm:pt modelId="{F31312D2-FA5F-4B1E-B344-7A8EE1F08D86}" type="pres">
      <dgm:prSet presAssocID="{723BD618-DD5B-457B-A610-45EE93F14B6E}" presName="composite2" presStyleCnt="0"/>
      <dgm:spPr/>
    </dgm:pt>
    <dgm:pt modelId="{1A5AD5F7-C9DC-4749-9B61-E3E6F6795134}" type="pres">
      <dgm:prSet presAssocID="{723BD618-DD5B-457B-A610-45EE93F14B6E}" presName="background2" presStyleLbl="node2" presStyleIdx="1" presStyleCnt="3"/>
      <dgm:spPr/>
    </dgm:pt>
    <dgm:pt modelId="{A7D3F0AA-4B62-49ED-A9A4-75445173ED44}" type="pres">
      <dgm:prSet presAssocID="{723BD618-DD5B-457B-A610-45EE93F14B6E}" presName="text2" presStyleLbl="fgAcc2" presStyleIdx="1" presStyleCnt="3">
        <dgm:presLayoutVars>
          <dgm:chPref val="3"/>
        </dgm:presLayoutVars>
      </dgm:prSet>
      <dgm:spPr/>
    </dgm:pt>
    <dgm:pt modelId="{D0226481-0285-4C8E-94A5-71223251AAFA}" type="pres">
      <dgm:prSet presAssocID="{723BD618-DD5B-457B-A610-45EE93F14B6E}" presName="hierChild3" presStyleCnt="0"/>
      <dgm:spPr/>
    </dgm:pt>
    <dgm:pt modelId="{E3C3C570-562C-4C26-BA1A-5C748B4FF181}" type="pres">
      <dgm:prSet presAssocID="{D2F44129-CF3D-4C34-89A8-8149E77F6A72}" presName="Name17" presStyleLbl="parChTrans1D3" presStyleIdx="3" presStyleCnt="11"/>
      <dgm:spPr/>
    </dgm:pt>
    <dgm:pt modelId="{0298F016-47D2-48DB-8B3F-31CBC5DE3405}" type="pres">
      <dgm:prSet presAssocID="{6D520D81-A594-41DE-A837-216AB434A03E}" presName="hierRoot3" presStyleCnt="0"/>
      <dgm:spPr/>
    </dgm:pt>
    <dgm:pt modelId="{DAADDF38-BC22-4ADA-A7DA-7F07F7A454D7}" type="pres">
      <dgm:prSet presAssocID="{6D520D81-A594-41DE-A837-216AB434A03E}" presName="composite3" presStyleCnt="0"/>
      <dgm:spPr/>
    </dgm:pt>
    <dgm:pt modelId="{C0C05E07-BAAB-4AC0-9084-E10D603FE174}" type="pres">
      <dgm:prSet presAssocID="{6D520D81-A594-41DE-A837-216AB434A03E}" presName="background3" presStyleLbl="node3" presStyleIdx="3" presStyleCnt="11"/>
      <dgm:spPr/>
    </dgm:pt>
    <dgm:pt modelId="{22CE8A4B-C046-44A7-9B79-697203A83E3A}" type="pres">
      <dgm:prSet presAssocID="{6D520D81-A594-41DE-A837-216AB434A03E}" presName="text3" presStyleLbl="fgAcc3" presStyleIdx="3" presStyleCnt="11">
        <dgm:presLayoutVars>
          <dgm:chPref val="3"/>
        </dgm:presLayoutVars>
      </dgm:prSet>
      <dgm:spPr/>
    </dgm:pt>
    <dgm:pt modelId="{4A16B266-3350-45DB-97C1-A3204F61344B}" type="pres">
      <dgm:prSet presAssocID="{6D520D81-A594-41DE-A837-216AB434A03E}" presName="hierChild4" presStyleCnt="0"/>
      <dgm:spPr/>
    </dgm:pt>
    <dgm:pt modelId="{478BE344-1280-4691-A50B-A013BD4ECC8C}" type="pres">
      <dgm:prSet presAssocID="{9556850F-688B-45C8-B6F5-1A2F2C63CDC5}" presName="Name17" presStyleLbl="parChTrans1D3" presStyleIdx="4" presStyleCnt="11"/>
      <dgm:spPr/>
    </dgm:pt>
    <dgm:pt modelId="{3CE35AC6-ED6D-44E2-8C67-EA5AEAD3C896}" type="pres">
      <dgm:prSet presAssocID="{0AA9E8EE-D9F3-46C0-8E6C-53E4A69B64C1}" presName="hierRoot3" presStyleCnt="0"/>
      <dgm:spPr/>
    </dgm:pt>
    <dgm:pt modelId="{0BD805B7-0391-477C-8F35-E820FDD0C6C3}" type="pres">
      <dgm:prSet presAssocID="{0AA9E8EE-D9F3-46C0-8E6C-53E4A69B64C1}" presName="composite3" presStyleCnt="0"/>
      <dgm:spPr/>
    </dgm:pt>
    <dgm:pt modelId="{3359FA7F-5110-404F-862F-C24C591380AB}" type="pres">
      <dgm:prSet presAssocID="{0AA9E8EE-D9F3-46C0-8E6C-53E4A69B64C1}" presName="background3" presStyleLbl="node3" presStyleIdx="4" presStyleCnt="11"/>
      <dgm:spPr/>
    </dgm:pt>
    <dgm:pt modelId="{C36C89DF-0CAB-43D1-8141-F904E3C59C07}" type="pres">
      <dgm:prSet presAssocID="{0AA9E8EE-D9F3-46C0-8E6C-53E4A69B64C1}" presName="text3" presStyleLbl="fgAcc3" presStyleIdx="4" presStyleCnt="11">
        <dgm:presLayoutVars>
          <dgm:chPref val="3"/>
        </dgm:presLayoutVars>
      </dgm:prSet>
      <dgm:spPr/>
    </dgm:pt>
    <dgm:pt modelId="{0FE59263-06A2-4680-BCEE-7952924FE16F}" type="pres">
      <dgm:prSet presAssocID="{0AA9E8EE-D9F3-46C0-8E6C-53E4A69B64C1}" presName="hierChild4" presStyleCnt="0"/>
      <dgm:spPr/>
    </dgm:pt>
    <dgm:pt modelId="{449C9959-9ED4-49CA-A578-BD05CB483EA7}" type="pres">
      <dgm:prSet presAssocID="{162CC7F8-B91A-4E56-BAAD-339F3169DB78}" presName="Name17" presStyleLbl="parChTrans1D3" presStyleIdx="5" presStyleCnt="11"/>
      <dgm:spPr/>
    </dgm:pt>
    <dgm:pt modelId="{D7AFC731-0756-4F5A-BDF5-4E9D03E81E20}" type="pres">
      <dgm:prSet presAssocID="{D008A2FA-5449-492A-82E9-EBFD074A6D35}" presName="hierRoot3" presStyleCnt="0"/>
      <dgm:spPr/>
    </dgm:pt>
    <dgm:pt modelId="{59153F12-2911-4D9F-B6ED-822B5B226716}" type="pres">
      <dgm:prSet presAssocID="{D008A2FA-5449-492A-82E9-EBFD074A6D35}" presName="composite3" presStyleCnt="0"/>
      <dgm:spPr/>
    </dgm:pt>
    <dgm:pt modelId="{6FA8743A-13FB-4761-A3F7-29C0AF1777C4}" type="pres">
      <dgm:prSet presAssocID="{D008A2FA-5449-492A-82E9-EBFD074A6D35}" presName="background3" presStyleLbl="node3" presStyleIdx="5" presStyleCnt="11"/>
      <dgm:spPr/>
    </dgm:pt>
    <dgm:pt modelId="{05A604BF-FF90-4BBB-B308-3556C5076C8D}" type="pres">
      <dgm:prSet presAssocID="{D008A2FA-5449-492A-82E9-EBFD074A6D35}" presName="text3" presStyleLbl="fgAcc3" presStyleIdx="5" presStyleCnt="11">
        <dgm:presLayoutVars>
          <dgm:chPref val="3"/>
        </dgm:presLayoutVars>
      </dgm:prSet>
      <dgm:spPr/>
    </dgm:pt>
    <dgm:pt modelId="{2B6FCC27-F3DB-4FE5-8827-8B038B88B451}" type="pres">
      <dgm:prSet presAssocID="{D008A2FA-5449-492A-82E9-EBFD074A6D35}" presName="hierChild4" presStyleCnt="0"/>
      <dgm:spPr/>
    </dgm:pt>
    <dgm:pt modelId="{DC30272E-5C27-4D5E-8014-124639F5AE7C}" type="pres">
      <dgm:prSet presAssocID="{71905682-729D-4630-B832-903DCF89FC47}" presName="Name17" presStyleLbl="parChTrans1D3" presStyleIdx="6" presStyleCnt="11"/>
      <dgm:spPr/>
    </dgm:pt>
    <dgm:pt modelId="{8593D679-CCD1-4D98-AD10-A9D2185DC583}" type="pres">
      <dgm:prSet presAssocID="{2386A6F9-E4EF-4189-AB32-00C977E573A4}" presName="hierRoot3" presStyleCnt="0"/>
      <dgm:spPr/>
    </dgm:pt>
    <dgm:pt modelId="{BEA5D6FA-A40F-4B4F-93CD-2B01E5A331B1}" type="pres">
      <dgm:prSet presAssocID="{2386A6F9-E4EF-4189-AB32-00C977E573A4}" presName="composite3" presStyleCnt="0"/>
      <dgm:spPr/>
    </dgm:pt>
    <dgm:pt modelId="{FCF19606-C29D-40EF-B0E8-5A73052ADEA3}" type="pres">
      <dgm:prSet presAssocID="{2386A6F9-E4EF-4189-AB32-00C977E573A4}" presName="background3" presStyleLbl="node3" presStyleIdx="6" presStyleCnt="11"/>
      <dgm:spPr/>
    </dgm:pt>
    <dgm:pt modelId="{E53AD015-3784-49D9-B2ED-922A9B7AD2D6}" type="pres">
      <dgm:prSet presAssocID="{2386A6F9-E4EF-4189-AB32-00C977E573A4}" presName="text3" presStyleLbl="fgAcc3" presStyleIdx="6" presStyleCnt="11">
        <dgm:presLayoutVars>
          <dgm:chPref val="3"/>
        </dgm:presLayoutVars>
      </dgm:prSet>
      <dgm:spPr/>
    </dgm:pt>
    <dgm:pt modelId="{D9A12602-4480-4B86-A368-28237BC2BBFC}" type="pres">
      <dgm:prSet presAssocID="{2386A6F9-E4EF-4189-AB32-00C977E573A4}" presName="hierChild4" presStyleCnt="0"/>
      <dgm:spPr/>
    </dgm:pt>
    <dgm:pt modelId="{FA50DD0C-ED6F-48FC-A7C9-EADC514F0F5A}" type="pres">
      <dgm:prSet presAssocID="{F276C1A9-B9B3-4B6A-9705-E50957A61F1D}" presName="Name10" presStyleLbl="parChTrans1D2" presStyleIdx="2" presStyleCnt="3"/>
      <dgm:spPr/>
    </dgm:pt>
    <dgm:pt modelId="{1AB12BBD-95CA-43B4-BD83-EC9DA512EE60}" type="pres">
      <dgm:prSet presAssocID="{3A2C8B82-881B-4199-862A-BDAB7AD608C6}" presName="hierRoot2" presStyleCnt="0"/>
      <dgm:spPr/>
    </dgm:pt>
    <dgm:pt modelId="{61F70FCB-566C-4081-9FD5-BB2B1E624D24}" type="pres">
      <dgm:prSet presAssocID="{3A2C8B82-881B-4199-862A-BDAB7AD608C6}" presName="composite2" presStyleCnt="0"/>
      <dgm:spPr/>
    </dgm:pt>
    <dgm:pt modelId="{914AD8DD-5F46-4A96-8280-D2571DB27E32}" type="pres">
      <dgm:prSet presAssocID="{3A2C8B82-881B-4199-862A-BDAB7AD608C6}" presName="background2" presStyleLbl="node2" presStyleIdx="2" presStyleCnt="3"/>
      <dgm:spPr/>
    </dgm:pt>
    <dgm:pt modelId="{8655B1EF-FBFC-4D7B-A592-59C949F05BD1}" type="pres">
      <dgm:prSet presAssocID="{3A2C8B82-881B-4199-862A-BDAB7AD608C6}" presName="text2" presStyleLbl="fgAcc2" presStyleIdx="2" presStyleCnt="3">
        <dgm:presLayoutVars>
          <dgm:chPref val="3"/>
        </dgm:presLayoutVars>
      </dgm:prSet>
      <dgm:spPr/>
    </dgm:pt>
    <dgm:pt modelId="{B4A65B40-AEAC-40FD-AC06-5F482BA7EC89}" type="pres">
      <dgm:prSet presAssocID="{3A2C8B82-881B-4199-862A-BDAB7AD608C6}" presName="hierChild3" presStyleCnt="0"/>
      <dgm:spPr/>
    </dgm:pt>
    <dgm:pt modelId="{89AEDEBB-BAD1-4E39-9F86-CCEB86A970FA}" type="pres">
      <dgm:prSet presAssocID="{549DD819-6DE6-4631-ADCA-0C3C3C4C5C6C}" presName="Name17" presStyleLbl="parChTrans1D3" presStyleIdx="7" presStyleCnt="11"/>
      <dgm:spPr/>
    </dgm:pt>
    <dgm:pt modelId="{58EACB64-467C-4012-85BF-B94E46E7A7C5}" type="pres">
      <dgm:prSet presAssocID="{076B5A74-72FA-43FF-B6B9-C00C74688394}" presName="hierRoot3" presStyleCnt="0"/>
      <dgm:spPr/>
    </dgm:pt>
    <dgm:pt modelId="{688EFCB7-3A3A-481A-B9C9-5EF72696847A}" type="pres">
      <dgm:prSet presAssocID="{076B5A74-72FA-43FF-B6B9-C00C74688394}" presName="composite3" presStyleCnt="0"/>
      <dgm:spPr/>
    </dgm:pt>
    <dgm:pt modelId="{12B0C22B-4063-4690-9E4E-1481135E441E}" type="pres">
      <dgm:prSet presAssocID="{076B5A74-72FA-43FF-B6B9-C00C74688394}" presName="background3" presStyleLbl="node3" presStyleIdx="7" presStyleCnt="11"/>
      <dgm:spPr/>
    </dgm:pt>
    <dgm:pt modelId="{7410ACB4-0022-4E05-AAE3-8F7292DF80F1}" type="pres">
      <dgm:prSet presAssocID="{076B5A74-72FA-43FF-B6B9-C00C74688394}" presName="text3" presStyleLbl="fgAcc3" presStyleIdx="7" presStyleCnt="11">
        <dgm:presLayoutVars>
          <dgm:chPref val="3"/>
        </dgm:presLayoutVars>
      </dgm:prSet>
      <dgm:spPr/>
    </dgm:pt>
    <dgm:pt modelId="{EC973039-DBE1-4F15-9905-EFAAF07A0357}" type="pres">
      <dgm:prSet presAssocID="{076B5A74-72FA-43FF-B6B9-C00C74688394}" presName="hierChild4" presStyleCnt="0"/>
      <dgm:spPr/>
    </dgm:pt>
    <dgm:pt modelId="{004C5B49-0662-4867-9FA8-0B7F79246A99}" type="pres">
      <dgm:prSet presAssocID="{8581A501-4EB7-484B-B6BF-150DB30C235D}" presName="Name17" presStyleLbl="parChTrans1D3" presStyleIdx="8" presStyleCnt="11"/>
      <dgm:spPr/>
    </dgm:pt>
    <dgm:pt modelId="{3658AC59-1094-4C22-80B5-A5D5155DAF2C}" type="pres">
      <dgm:prSet presAssocID="{1A70C2E2-E86A-4B9C-AAB0-7D563950005E}" presName="hierRoot3" presStyleCnt="0"/>
      <dgm:spPr/>
    </dgm:pt>
    <dgm:pt modelId="{8D518C05-5669-4916-94FA-A64CAE2095BC}" type="pres">
      <dgm:prSet presAssocID="{1A70C2E2-E86A-4B9C-AAB0-7D563950005E}" presName="composite3" presStyleCnt="0"/>
      <dgm:spPr/>
    </dgm:pt>
    <dgm:pt modelId="{A62ADFB3-6118-4F19-A9FA-1DACAD0019F3}" type="pres">
      <dgm:prSet presAssocID="{1A70C2E2-E86A-4B9C-AAB0-7D563950005E}" presName="background3" presStyleLbl="node3" presStyleIdx="8" presStyleCnt="11"/>
      <dgm:spPr/>
    </dgm:pt>
    <dgm:pt modelId="{785B8EEA-AAFE-4DBE-A51A-020B169939DA}" type="pres">
      <dgm:prSet presAssocID="{1A70C2E2-E86A-4B9C-AAB0-7D563950005E}" presName="text3" presStyleLbl="fgAcc3" presStyleIdx="8" presStyleCnt="11">
        <dgm:presLayoutVars>
          <dgm:chPref val="3"/>
        </dgm:presLayoutVars>
      </dgm:prSet>
      <dgm:spPr/>
    </dgm:pt>
    <dgm:pt modelId="{1BFE9DF5-BA11-4C72-9AAA-AD065E87BF70}" type="pres">
      <dgm:prSet presAssocID="{1A70C2E2-E86A-4B9C-AAB0-7D563950005E}" presName="hierChild4" presStyleCnt="0"/>
      <dgm:spPr/>
    </dgm:pt>
    <dgm:pt modelId="{4075C3EE-09F8-42F1-B36B-8433B51CCEF5}" type="pres">
      <dgm:prSet presAssocID="{D6B5B326-6E3D-457C-A04C-24332D34F451}" presName="Name17" presStyleLbl="parChTrans1D3" presStyleIdx="9" presStyleCnt="11"/>
      <dgm:spPr/>
    </dgm:pt>
    <dgm:pt modelId="{CB44E9ED-AA5D-4554-9BF4-23034F08D655}" type="pres">
      <dgm:prSet presAssocID="{55034924-B42A-4FB1-ADE2-9D4EC5DBE7F7}" presName="hierRoot3" presStyleCnt="0"/>
      <dgm:spPr/>
    </dgm:pt>
    <dgm:pt modelId="{DE370362-1C68-46C1-B467-434F155CFD22}" type="pres">
      <dgm:prSet presAssocID="{55034924-B42A-4FB1-ADE2-9D4EC5DBE7F7}" presName="composite3" presStyleCnt="0"/>
      <dgm:spPr/>
    </dgm:pt>
    <dgm:pt modelId="{11792240-0B80-48A3-87C7-6738C80DECC5}" type="pres">
      <dgm:prSet presAssocID="{55034924-B42A-4FB1-ADE2-9D4EC5DBE7F7}" presName="background3" presStyleLbl="node3" presStyleIdx="9" presStyleCnt="11"/>
      <dgm:spPr/>
    </dgm:pt>
    <dgm:pt modelId="{0DEE7487-F2D1-4076-99F2-F0F91BC5324E}" type="pres">
      <dgm:prSet presAssocID="{55034924-B42A-4FB1-ADE2-9D4EC5DBE7F7}" presName="text3" presStyleLbl="fgAcc3" presStyleIdx="9" presStyleCnt="11">
        <dgm:presLayoutVars>
          <dgm:chPref val="3"/>
        </dgm:presLayoutVars>
      </dgm:prSet>
      <dgm:spPr/>
    </dgm:pt>
    <dgm:pt modelId="{6B5E6D03-C3CA-49FF-A764-738DBD8B2F6F}" type="pres">
      <dgm:prSet presAssocID="{55034924-B42A-4FB1-ADE2-9D4EC5DBE7F7}" presName="hierChild4" presStyleCnt="0"/>
      <dgm:spPr/>
    </dgm:pt>
    <dgm:pt modelId="{65820F9E-9347-41BC-ACF4-D98CF34EECC4}" type="pres">
      <dgm:prSet presAssocID="{FA89B0BE-6E00-4030-AD7F-FECA8032880F}" presName="Name17" presStyleLbl="parChTrans1D3" presStyleIdx="10" presStyleCnt="11"/>
      <dgm:spPr/>
    </dgm:pt>
    <dgm:pt modelId="{40E3E117-2724-4B56-9A4F-4E5E3995BDED}" type="pres">
      <dgm:prSet presAssocID="{367AB816-80BB-4801-8373-F391E49AE112}" presName="hierRoot3" presStyleCnt="0"/>
      <dgm:spPr/>
    </dgm:pt>
    <dgm:pt modelId="{ED9EF965-9A50-453B-AF2C-BF0CE0D42B28}" type="pres">
      <dgm:prSet presAssocID="{367AB816-80BB-4801-8373-F391E49AE112}" presName="composite3" presStyleCnt="0"/>
      <dgm:spPr/>
    </dgm:pt>
    <dgm:pt modelId="{C7328ACE-AAF8-46F9-9E67-96DA1D65E275}" type="pres">
      <dgm:prSet presAssocID="{367AB816-80BB-4801-8373-F391E49AE112}" presName="background3" presStyleLbl="node3" presStyleIdx="10" presStyleCnt="11"/>
      <dgm:spPr/>
    </dgm:pt>
    <dgm:pt modelId="{F9A370F7-93E2-4268-B4BA-2C9AE792AFC6}" type="pres">
      <dgm:prSet presAssocID="{367AB816-80BB-4801-8373-F391E49AE112}" presName="text3" presStyleLbl="fgAcc3" presStyleIdx="10" presStyleCnt="11">
        <dgm:presLayoutVars>
          <dgm:chPref val="3"/>
        </dgm:presLayoutVars>
      </dgm:prSet>
      <dgm:spPr/>
    </dgm:pt>
    <dgm:pt modelId="{3DFBFD6B-4527-4293-8F17-04B8322DED02}" type="pres">
      <dgm:prSet presAssocID="{367AB816-80BB-4801-8373-F391E49AE112}" presName="hierChild4" presStyleCnt="0"/>
      <dgm:spPr/>
    </dgm:pt>
  </dgm:ptLst>
  <dgm:cxnLst>
    <dgm:cxn modelId="{0D122B09-6E66-470F-B9A3-59216CE7940F}" srcId="{3A2C8B82-881B-4199-862A-BDAB7AD608C6}" destId="{076B5A74-72FA-43FF-B6B9-C00C74688394}" srcOrd="0" destOrd="0" parTransId="{549DD819-6DE6-4631-ADCA-0C3C3C4C5C6C}" sibTransId="{30A2C66B-0E94-40BC-A4CF-29E4F3B1836E}"/>
    <dgm:cxn modelId="{66081E13-EAFD-44FC-B221-63F7179E0D05}" type="presOf" srcId="{747A6918-D930-4DC5-9BA5-A1793DD2BAA3}" destId="{6892C418-E16B-44A9-87BC-BAD7176EC673}" srcOrd="0" destOrd="0" presId="urn:microsoft.com/office/officeart/2005/8/layout/hierarchy1"/>
    <dgm:cxn modelId="{AE18A31C-647D-41F9-9321-E90C7115111E}" type="presOf" srcId="{723BD618-DD5B-457B-A610-45EE93F14B6E}" destId="{A7D3F0AA-4B62-49ED-A9A4-75445173ED44}" srcOrd="0" destOrd="0" presId="urn:microsoft.com/office/officeart/2005/8/layout/hierarchy1"/>
    <dgm:cxn modelId="{5039EE1D-4667-4799-961A-0C36681B6F53}" type="presOf" srcId="{BE533CD2-3594-4380-8E40-516930292D93}" destId="{923BB5DF-8ACB-47C1-96A2-BF94B9A6C08E}" srcOrd="0" destOrd="0" presId="urn:microsoft.com/office/officeart/2005/8/layout/hierarchy1"/>
    <dgm:cxn modelId="{8DEFC62B-0B55-43F9-8557-F31C793F138C}" type="presOf" srcId="{55034924-B42A-4FB1-ADE2-9D4EC5DBE7F7}" destId="{0DEE7487-F2D1-4076-99F2-F0F91BC5324E}" srcOrd="0" destOrd="0" presId="urn:microsoft.com/office/officeart/2005/8/layout/hierarchy1"/>
    <dgm:cxn modelId="{02377C2E-DC4A-4D86-9228-A86BFD3C3086}" srcId="{3A2C8B82-881B-4199-862A-BDAB7AD608C6}" destId="{1A70C2E2-E86A-4B9C-AAB0-7D563950005E}" srcOrd="1" destOrd="0" parTransId="{8581A501-4EB7-484B-B6BF-150DB30C235D}" sibTransId="{9CCDB568-6A91-4C50-8B68-F44A168C3B90}"/>
    <dgm:cxn modelId="{FD067937-0F6C-4E0B-AB6B-B74A6F74D97C}" type="presOf" srcId="{A5FD6923-A156-4D91-8204-E3BDCC194D79}" destId="{E5A5500F-286E-4674-B586-6A1C56BAFB98}" srcOrd="0" destOrd="0" presId="urn:microsoft.com/office/officeart/2005/8/layout/hierarchy1"/>
    <dgm:cxn modelId="{F3A22F3A-B786-4B14-8345-5427959157A1}" type="presOf" srcId="{D008A2FA-5449-492A-82E9-EBFD074A6D35}" destId="{05A604BF-FF90-4BBB-B308-3556C5076C8D}" srcOrd="0" destOrd="0" presId="urn:microsoft.com/office/officeart/2005/8/layout/hierarchy1"/>
    <dgm:cxn modelId="{AE8EEC3F-7990-47D9-A0E2-3A20A9EFC5CF}" type="presOf" srcId="{D6B5B326-6E3D-457C-A04C-24332D34F451}" destId="{4075C3EE-09F8-42F1-B36B-8433B51CCEF5}" srcOrd="0" destOrd="0" presId="urn:microsoft.com/office/officeart/2005/8/layout/hierarchy1"/>
    <dgm:cxn modelId="{8993315D-A57B-4657-8800-7EA7BEA33F28}" srcId="{3A2C8B82-881B-4199-862A-BDAB7AD608C6}" destId="{367AB816-80BB-4801-8373-F391E49AE112}" srcOrd="3" destOrd="0" parTransId="{FA89B0BE-6E00-4030-AD7F-FECA8032880F}" sibTransId="{F3EF7C3C-CC4A-4365-B226-0DA88AA8DFD3}"/>
    <dgm:cxn modelId="{148C0741-4454-4A72-A825-A0A4385A0FC2}" type="presOf" srcId="{F276C1A9-B9B3-4B6A-9705-E50957A61F1D}" destId="{FA50DD0C-ED6F-48FC-A7C9-EADC514F0F5A}" srcOrd="0" destOrd="0" presId="urn:microsoft.com/office/officeart/2005/8/layout/hierarchy1"/>
    <dgm:cxn modelId="{52182261-B6F0-4139-8160-38A612111E0D}" srcId="{B02ED1E4-F62C-4857-BB2D-652BE8FC5DB3}" destId="{747A6918-D930-4DC5-9BA5-A1793DD2BAA3}" srcOrd="0" destOrd="0" parTransId="{1D65F337-33F5-41E7-925C-869F39031FCB}" sibTransId="{4A6E4732-210C-452D-93FB-547DABF7E29D}"/>
    <dgm:cxn modelId="{430C3E42-2D9B-4DF4-961B-14B2E71FADA7}" type="presOf" srcId="{3A2C8B82-881B-4199-862A-BDAB7AD608C6}" destId="{8655B1EF-FBFC-4D7B-A592-59C949F05BD1}" srcOrd="0" destOrd="0" presId="urn:microsoft.com/office/officeart/2005/8/layout/hierarchy1"/>
    <dgm:cxn modelId="{AC4D3143-3C35-4D99-8FF1-E2414476C381}" type="presOf" srcId="{6D520D81-A594-41DE-A837-216AB434A03E}" destId="{22CE8A4B-C046-44A7-9B79-697203A83E3A}" srcOrd="0" destOrd="0" presId="urn:microsoft.com/office/officeart/2005/8/layout/hierarchy1"/>
    <dgm:cxn modelId="{2C4C0E66-3C49-4628-89E5-89E67EA8B866}" type="presOf" srcId="{CCBC4E4A-BF92-49BD-8A33-F21AF006F25F}" destId="{2B07275E-70F4-4E06-A374-1A6B943AA9AD}" srcOrd="0" destOrd="0" presId="urn:microsoft.com/office/officeart/2005/8/layout/hierarchy1"/>
    <dgm:cxn modelId="{D40E6546-FBB0-4611-8259-6E20EDEB98EA}" type="presOf" srcId="{8581A501-4EB7-484B-B6BF-150DB30C235D}" destId="{004C5B49-0662-4867-9FA8-0B7F79246A99}" srcOrd="0" destOrd="0" presId="urn:microsoft.com/office/officeart/2005/8/layout/hierarchy1"/>
    <dgm:cxn modelId="{2CD0D966-32E3-4711-9D48-F24F0BBFB3F9}" type="presOf" srcId="{0AA9E8EE-D9F3-46C0-8E6C-53E4A69B64C1}" destId="{C36C89DF-0CAB-43D1-8141-F904E3C59C07}" srcOrd="0" destOrd="0" presId="urn:microsoft.com/office/officeart/2005/8/layout/hierarchy1"/>
    <dgm:cxn modelId="{C7176C4B-FE32-4A65-B2E3-D622A6BAC3FF}" type="presOf" srcId="{20C8B3FA-D2B0-406F-8F9E-277C6EBA4606}" destId="{FE7DA31D-9B0C-443E-9C61-F56465FCC347}" srcOrd="0" destOrd="0" presId="urn:microsoft.com/office/officeart/2005/8/layout/hierarchy1"/>
    <dgm:cxn modelId="{ECBE8C4C-CF80-49FB-8422-63ABB6C28527}" srcId="{723BD618-DD5B-457B-A610-45EE93F14B6E}" destId="{0AA9E8EE-D9F3-46C0-8E6C-53E4A69B64C1}" srcOrd="1" destOrd="0" parTransId="{9556850F-688B-45C8-B6F5-1A2F2C63CDC5}" sibTransId="{13541396-5555-48ED-A2B5-93A54A47CC6E}"/>
    <dgm:cxn modelId="{5454466F-0D36-4BCD-9605-980A2E0F8F76}" srcId="{A5FD6923-A156-4D91-8204-E3BDCC194D79}" destId="{20C8B3FA-D2B0-406F-8F9E-277C6EBA4606}" srcOrd="2" destOrd="0" parTransId="{52026FDA-4092-4328-A0A1-C65075F3CE17}" sibTransId="{F295B5B0-A33A-4D14-AA46-B5361D33B70C}"/>
    <dgm:cxn modelId="{3E482C56-EDD9-4761-9C43-3E5D47E13845}" type="presOf" srcId="{367AB816-80BB-4801-8373-F391E49AE112}" destId="{F9A370F7-93E2-4268-B4BA-2C9AE792AFC6}" srcOrd="0" destOrd="0" presId="urn:microsoft.com/office/officeart/2005/8/layout/hierarchy1"/>
    <dgm:cxn modelId="{8A4B4480-3EED-4D11-A12E-B40790312DC3}" type="presOf" srcId="{71905682-729D-4630-B832-903DCF89FC47}" destId="{DC30272E-5C27-4D5E-8014-124639F5AE7C}" srcOrd="0" destOrd="0" presId="urn:microsoft.com/office/officeart/2005/8/layout/hierarchy1"/>
    <dgm:cxn modelId="{6FD8EB81-692A-4908-BDB0-8A9F539D3E75}" type="presOf" srcId="{F548AD41-5E41-4AF1-8EC5-C7B2E6FAB9B0}" destId="{2705D692-C53C-468B-B92E-AD92C9ACD1BA}" srcOrd="0" destOrd="0" presId="urn:microsoft.com/office/officeart/2005/8/layout/hierarchy1"/>
    <dgm:cxn modelId="{614FBD84-D443-4DEA-B033-A5F3983C75BC}" type="presOf" srcId="{169B5C71-2311-4917-AEFF-EE05539D1DDE}" destId="{2843C68B-82A9-4CE6-9E56-BD3DA4B8125B}" srcOrd="0" destOrd="0" presId="urn:microsoft.com/office/officeart/2005/8/layout/hierarchy1"/>
    <dgm:cxn modelId="{7AF3218A-3FB7-46F1-A29A-364C0375C9A1}" srcId="{747A6918-D930-4DC5-9BA5-A1793DD2BAA3}" destId="{A5FD6923-A156-4D91-8204-E3BDCC194D79}" srcOrd="0" destOrd="0" parTransId="{CCBC4E4A-BF92-49BD-8A33-F21AF006F25F}" sibTransId="{E4F2A665-7635-4C6D-B0C2-4AFD79AC8E55}"/>
    <dgm:cxn modelId="{E161358D-241D-47C8-9D2C-1DE6DFA7D208}" type="presOf" srcId="{B02ED1E4-F62C-4857-BB2D-652BE8FC5DB3}" destId="{6C2BE012-7555-4CE8-BB65-50CDF90A0F38}" srcOrd="0" destOrd="0" presId="urn:microsoft.com/office/officeart/2005/8/layout/hierarchy1"/>
    <dgm:cxn modelId="{7FC4A68D-989F-4EAC-9FC0-8C1389E8A8F9}" type="presOf" srcId="{162CC7F8-B91A-4E56-BAAD-339F3169DB78}" destId="{449C9959-9ED4-49CA-A578-BD05CB483EA7}" srcOrd="0" destOrd="0" presId="urn:microsoft.com/office/officeart/2005/8/layout/hierarchy1"/>
    <dgm:cxn modelId="{A528E18F-9683-4417-92BC-F6873E376A55}" type="presOf" srcId="{2386A6F9-E4EF-4189-AB32-00C977E573A4}" destId="{E53AD015-3784-49D9-B2ED-922A9B7AD2D6}" srcOrd="0" destOrd="0" presId="urn:microsoft.com/office/officeart/2005/8/layout/hierarchy1"/>
    <dgm:cxn modelId="{66B10492-CD2F-4F02-A41F-E692465AB8F4}" type="presOf" srcId="{098862C2-3C12-43F6-85E3-21BEE99CB841}" destId="{C5481EA3-8C1E-4BCA-8AD7-9071ED3182D7}" srcOrd="0" destOrd="0" presId="urn:microsoft.com/office/officeart/2005/8/layout/hierarchy1"/>
    <dgm:cxn modelId="{77646392-B251-4AB3-A117-9EE0281522D3}" srcId="{747A6918-D930-4DC5-9BA5-A1793DD2BAA3}" destId="{723BD618-DD5B-457B-A610-45EE93F14B6E}" srcOrd="1" destOrd="0" parTransId="{BE533CD2-3594-4380-8E40-516930292D93}" sibTransId="{7B34161F-3FAB-4AED-9BBF-3D834677A87F}"/>
    <dgm:cxn modelId="{E7718798-2B07-4118-AE3F-BFB359E5AE01}" srcId="{747A6918-D930-4DC5-9BA5-A1793DD2BAA3}" destId="{3A2C8B82-881B-4199-862A-BDAB7AD608C6}" srcOrd="2" destOrd="0" parTransId="{F276C1A9-B9B3-4B6A-9705-E50957A61F1D}" sibTransId="{6450BD1D-D641-43AE-A22F-DBF352851E90}"/>
    <dgm:cxn modelId="{30F11A9A-03F0-40AD-8292-66FE3181A28A}" srcId="{A5FD6923-A156-4D91-8204-E3BDCC194D79}" destId="{169B5C71-2311-4917-AEFF-EE05539D1DDE}" srcOrd="0" destOrd="0" parTransId="{098862C2-3C12-43F6-85E3-21BEE99CB841}" sibTransId="{C1A8E98F-6944-4CA7-9DE4-DFB4319F3694}"/>
    <dgm:cxn modelId="{737AC39F-9B97-4908-9173-EB491233750F}" srcId="{723BD618-DD5B-457B-A610-45EE93F14B6E}" destId="{6D520D81-A594-41DE-A837-216AB434A03E}" srcOrd="0" destOrd="0" parTransId="{D2F44129-CF3D-4C34-89A8-8149E77F6A72}" sibTransId="{89823B2A-F1EC-4522-B476-28EC9E5773CF}"/>
    <dgm:cxn modelId="{1233D8A5-EFCA-4246-B8CB-D9B26D146BEF}" type="presOf" srcId="{9556850F-688B-45C8-B6F5-1A2F2C63CDC5}" destId="{478BE344-1280-4691-A50B-A013BD4ECC8C}" srcOrd="0" destOrd="0" presId="urn:microsoft.com/office/officeart/2005/8/layout/hierarchy1"/>
    <dgm:cxn modelId="{2E05D0A9-D2F6-4BD7-ACD7-05E369CE788D}" srcId="{723BD618-DD5B-457B-A610-45EE93F14B6E}" destId="{2386A6F9-E4EF-4189-AB32-00C977E573A4}" srcOrd="3" destOrd="0" parTransId="{71905682-729D-4630-B832-903DCF89FC47}" sibTransId="{7079C12A-C69C-456D-835D-17C722840A04}"/>
    <dgm:cxn modelId="{1C62DCB6-E618-4C7F-ADB3-409CD532C930}" type="presOf" srcId="{C411DAFA-591D-464A-92F2-865BD1E5CB87}" destId="{3F1163D4-90C7-431B-AB9E-B9D36860D77C}" srcOrd="0" destOrd="0" presId="urn:microsoft.com/office/officeart/2005/8/layout/hierarchy1"/>
    <dgm:cxn modelId="{2BD916B9-DFE6-4352-AD3C-DAE14E17E088}" srcId="{723BD618-DD5B-457B-A610-45EE93F14B6E}" destId="{D008A2FA-5449-492A-82E9-EBFD074A6D35}" srcOrd="2" destOrd="0" parTransId="{162CC7F8-B91A-4E56-BAAD-339F3169DB78}" sibTransId="{D0C87B72-A5DB-4E33-8DE8-12DD9D7F7C51}"/>
    <dgm:cxn modelId="{9E0EDCC8-D6C1-49AC-8D44-EA328FF8CF85}" type="presOf" srcId="{FA89B0BE-6E00-4030-AD7F-FECA8032880F}" destId="{65820F9E-9347-41BC-ACF4-D98CF34EECC4}" srcOrd="0" destOrd="0" presId="urn:microsoft.com/office/officeart/2005/8/layout/hierarchy1"/>
    <dgm:cxn modelId="{5E5E65D1-E413-4705-BAFB-887162AF5D2F}" type="presOf" srcId="{52026FDA-4092-4328-A0A1-C65075F3CE17}" destId="{A138FB18-14B8-4E30-AFAF-8A5F7D341EBF}" srcOrd="0" destOrd="0" presId="urn:microsoft.com/office/officeart/2005/8/layout/hierarchy1"/>
    <dgm:cxn modelId="{FFF00EE0-BF5D-4B79-9479-F70FAF869996}" type="presOf" srcId="{549DD819-6DE6-4631-ADCA-0C3C3C4C5C6C}" destId="{89AEDEBB-BAD1-4E39-9F86-CCEB86A970FA}" srcOrd="0" destOrd="0" presId="urn:microsoft.com/office/officeart/2005/8/layout/hierarchy1"/>
    <dgm:cxn modelId="{F17C1CE9-47A3-4757-8083-62DD4A228385}" srcId="{A5FD6923-A156-4D91-8204-E3BDCC194D79}" destId="{C411DAFA-591D-464A-92F2-865BD1E5CB87}" srcOrd="1" destOrd="0" parTransId="{F548AD41-5E41-4AF1-8EC5-C7B2E6FAB9B0}" sibTransId="{2622ABDD-0E42-4964-ACEC-215B3667CB4B}"/>
    <dgm:cxn modelId="{2F82E3F2-00F3-42FB-B06C-E93484D8F912}" type="presOf" srcId="{076B5A74-72FA-43FF-B6B9-C00C74688394}" destId="{7410ACB4-0022-4E05-AAE3-8F7292DF80F1}" srcOrd="0" destOrd="0" presId="urn:microsoft.com/office/officeart/2005/8/layout/hierarchy1"/>
    <dgm:cxn modelId="{7FD82CF3-2553-472E-94DB-1017DE3F6C70}" type="presOf" srcId="{D2F44129-CF3D-4C34-89A8-8149E77F6A72}" destId="{E3C3C570-562C-4C26-BA1A-5C748B4FF181}" srcOrd="0" destOrd="0" presId="urn:microsoft.com/office/officeart/2005/8/layout/hierarchy1"/>
    <dgm:cxn modelId="{1FA87AF3-677D-4690-849F-CFF90542ACFD}" srcId="{3A2C8B82-881B-4199-862A-BDAB7AD608C6}" destId="{55034924-B42A-4FB1-ADE2-9D4EC5DBE7F7}" srcOrd="2" destOrd="0" parTransId="{D6B5B326-6E3D-457C-A04C-24332D34F451}" sibTransId="{E00B475A-8B69-445A-891F-6376ABB34509}"/>
    <dgm:cxn modelId="{84C027F4-9A02-42B6-BBCB-17EE538E083A}" type="presOf" srcId="{1A70C2E2-E86A-4B9C-AAB0-7D563950005E}" destId="{785B8EEA-AAFE-4DBE-A51A-020B169939DA}" srcOrd="0" destOrd="0" presId="urn:microsoft.com/office/officeart/2005/8/layout/hierarchy1"/>
    <dgm:cxn modelId="{E80D904C-15BA-4807-B415-320ADF604ECA}" type="presParOf" srcId="{6C2BE012-7555-4CE8-BB65-50CDF90A0F38}" destId="{FDF02F99-E72D-4C8F-8DF6-E0FBA33123D7}" srcOrd="0" destOrd="0" presId="urn:microsoft.com/office/officeart/2005/8/layout/hierarchy1"/>
    <dgm:cxn modelId="{FD7875C5-D192-40B5-811C-FED876BB2EC8}" type="presParOf" srcId="{FDF02F99-E72D-4C8F-8DF6-E0FBA33123D7}" destId="{16B23743-1939-46A9-9EEE-97511169F940}" srcOrd="0" destOrd="0" presId="urn:microsoft.com/office/officeart/2005/8/layout/hierarchy1"/>
    <dgm:cxn modelId="{3AA588C0-B54F-46AF-BE7B-D85DC752DBFD}" type="presParOf" srcId="{16B23743-1939-46A9-9EEE-97511169F940}" destId="{E255F554-BBA0-4D8B-81E0-8B8D8A97BF70}" srcOrd="0" destOrd="0" presId="urn:microsoft.com/office/officeart/2005/8/layout/hierarchy1"/>
    <dgm:cxn modelId="{E1C1A4F9-8880-4815-A5F5-7D25828A31F3}" type="presParOf" srcId="{16B23743-1939-46A9-9EEE-97511169F940}" destId="{6892C418-E16B-44A9-87BC-BAD7176EC673}" srcOrd="1" destOrd="0" presId="urn:microsoft.com/office/officeart/2005/8/layout/hierarchy1"/>
    <dgm:cxn modelId="{AEC0999E-84EC-471D-AE85-E693538F2C53}" type="presParOf" srcId="{FDF02F99-E72D-4C8F-8DF6-E0FBA33123D7}" destId="{3D5D9FE0-05AB-4527-BD23-959427F86308}" srcOrd="1" destOrd="0" presId="urn:microsoft.com/office/officeart/2005/8/layout/hierarchy1"/>
    <dgm:cxn modelId="{BA963D7C-66F4-459D-BD77-20922F75C5A4}" type="presParOf" srcId="{3D5D9FE0-05AB-4527-BD23-959427F86308}" destId="{2B07275E-70F4-4E06-A374-1A6B943AA9AD}" srcOrd="0" destOrd="0" presId="urn:microsoft.com/office/officeart/2005/8/layout/hierarchy1"/>
    <dgm:cxn modelId="{4E629CF8-BE3D-4FBC-8F63-11E1BD5AB241}" type="presParOf" srcId="{3D5D9FE0-05AB-4527-BD23-959427F86308}" destId="{CABA4E32-B01A-4DCE-A501-D1FBBA904D4C}" srcOrd="1" destOrd="0" presId="urn:microsoft.com/office/officeart/2005/8/layout/hierarchy1"/>
    <dgm:cxn modelId="{94F9CA14-4BE0-40DE-A1A1-17A86CE8725B}" type="presParOf" srcId="{CABA4E32-B01A-4DCE-A501-D1FBBA904D4C}" destId="{EE185DB1-58AD-4D7A-8132-BB28EDD0C8D5}" srcOrd="0" destOrd="0" presId="urn:microsoft.com/office/officeart/2005/8/layout/hierarchy1"/>
    <dgm:cxn modelId="{8262ABCE-FE1A-45EE-ABEE-30CA1F1FFE68}" type="presParOf" srcId="{EE185DB1-58AD-4D7A-8132-BB28EDD0C8D5}" destId="{2D50BF32-6774-437A-ACFE-D5AD772C743C}" srcOrd="0" destOrd="0" presId="urn:microsoft.com/office/officeart/2005/8/layout/hierarchy1"/>
    <dgm:cxn modelId="{5E305DE7-B667-4352-A13E-FCDCEA721D1A}" type="presParOf" srcId="{EE185DB1-58AD-4D7A-8132-BB28EDD0C8D5}" destId="{E5A5500F-286E-4674-B586-6A1C56BAFB98}" srcOrd="1" destOrd="0" presId="urn:microsoft.com/office/officeart/2005/8/layout/hierarchy1"/>
    <dgm:cxn modelId="{CD167946-006E-45A4-AAF9-98C437E2F59B}" type="presParOf" srcId="{CABA4E32-B01A-4DCE-A501-D1FBBA904D4C}" destId="{7E7E77B9-B133-48F1-BD05-F1334CD6C3E6}" srcOrd="1" destOrd="0" presId="urn:microsoft.com/office/officeart/2005/8/layout/hierarchy1"/>
    <dgm:cxn modelId="{C141EBF2-F1FA-4755-AE83-A2A209D23D13}" type="presParOf" srcId="{7E7E77B9-B133-48F1-BD05-F1334CD6C3E6}" destId="{C5481EA3-8C1E-4BCA-8AD7-9071ED3182D7}" srcOrd="0" destOrd="0" presId="urn:microsoft.com/office/officeart/2005/8/layout/hierarchy1"/>
    <dgm:cxn modelId="{F5AEE9F5-53AB-44D5-8B7B-CA7C054BA1C7}" type="presParOf" srcId="{7E7E77B9-B133-48F1-BD05-F1334CD6C3E6}" destId="{E33A53F9-6DCF-4145-9B72-DD1D4BD9EE00}" srcOrd="1" destOrd="0" presId="urn:microsoft.com/office/officeart/2005/8/layout/hierarchy1"/>
    <dgm:cxn modelId="{2F9C2026-A536-4535-B8C5-34FB994ABB83}" type="presParOf" srcId="{E33A53F9-6DCF-4145-9B72-DD1D4BD9EE00}" destId="{16184202-A0E8-40CA-8F8B-F0F734B79D0D}" srcOrd="0" destOrd="0" presId="urn:microsoft.com/office/officeart/2005/8/layout/hierarchy1"/>
    <dgm:cxn modelId="{512EB387-EC37-4176-8C3E-BAD733EBD237}" type="presParOf" srcId="{16184202-A0E8-40CA-8F8B-F0F734B79D0D}" destId="{24BC3AC8-6A8A-4669-A74F-8DAEC8F6D034}" srcOrd="0" destOrd="0" presId="urn:microsoft.com/office/officeart/2005/8/layout/hierarchy1"/>
    <dgm:cxn modelId="{37437FED-C721-4206-88E1-5F539C8A4962}" type="presParOf" srcId="{16184202-A0E8-40CA-8F8B-F0F734B79D0D}" destId="{2843C68B-82A9-4CE6-9E56-BD3DA4B8125B}" srcOrd="1" destOrd="0" presId="urn:microsoft.com/office/officeart/2005/8/layout/hierarchy1"/>
    <dgm:cxn modelId="{F0F762AE-563C-4040-9642-98FA8E389810}" type="presParOf" srcId="{E33A53F9-6DCF-4145-9B72-DD1D4BD9EE00}" destId="{960863C0-585F-4051-87D6-15A559B69832}" srcOrd="1" destOrd="0" presId="urn:microsoft.com/office/officeart/2005/8/layout/hierarchy1"/>
    <dgm:cxn modelId="{A7BE5391-EA2A-493B-B1BF-6A11485F59CD}" type="presParOf" srcId="{7E7E77B9-B133-48F1-BD05-F1334CD6C3E6}" destId="{2705D692-C53C-468B-B92E-AD92C9ACD1BA}" srcOrd="2" destOrd="0" presId="urn:microsoft.com/office/officeart/2005/8/layout/hierarchy1"/>
    <dgm:cxn modelId="{C1C0A9C5-9C5C-4990-93DF-12FCEFF2EFBA}" type="presParOf" srcId="{7E7E77B9-B133-48F1-BD05-F1334CD6C3E6}" destId="{79664C09-4342-4D5C-A86F-D5D3B189DD41}" srcOrd="3" destOrd="0" presId="urn:microsoft.com/office/officeart/2005/8/layout/hierarchy1"/>
    <dgm:cxn modelId="{CBAC278B-68C2-4A52-96DE-92A01D06CD56}" type="presParOf" srcId="{79664C09-4342-4D5C-A86F-D5D3B189DD41}" destId="{9994B078-10F7-4131-92FB-1A8DE7C8B353}" srcOrd="0" destOrd="0" presId="urn:microsoft.com/office/officeart/2005/8/layout/hierarchy1"/>
    <dgm:cxn modelId="{7BE8AB24-9D26-4415-AFC4-33F0597891D7}" type="presParOf" srcId="{9994B078-10F7-4131-92FB-1A8DE7C8B353}" destId="{B5FB398D-53C9-4FB3-8D3B-38B59DA3744A}" srcOrd="0" destOrd="0" presId="urn:microsoft.com/office/officeart/2005/8/layout/hierarchy1"/>
    <dgm:cxn modelId="{03A2AAEF-35B4-49D1-A8AB-E04D9FAB0481}" type="presParOf" srcId="{9994B078-10F7-4131-92FB-1A8DE7C8B353}" destId="{3F1163D4-90C7-431B-AB9E-B9D36860D77C}" srcOrd="1" destOrd="0" presId="urn:microsoft.com/office/officeart/2005/8/layout/hierarchy1"/>
    <dgm:cxn modelId="{D124CB0E-0C3B-4FE7-98FF-81B3A8443099}" type="presParOf" srcId="{79664C09-4342-4D5C-A86F-D5D3B189DD41}" destId="{1DC8C20E-87AE-4700-B17F-9032BF8C2D1C}" srcOrd="1" destOrd="0" presId="urn:microsoft.com/office/officeart/2005/8/layout/hierarchy1"/>
    <dgm:cxn modelId="{0AC00678-C6A3-41DB-A1EC-7A5C05B90275}" type="presParOf" srcId="{7E7E77B9-B133-48F1-BD05-F1334CD6C3E6}" destId="{A138FB18-14B8-4E30-AFAF-8A5F7D341EBF}" srcOrd="4" destOrd="0" presId="urn:microsoft.com/office/officeart/2005/8/layout/hierarchy1"/>
    <dgm:cxn modelId="{56275B4E-A37F-4402-86EF-039E8D6B7D01}" type="presParOf" srcId="{7E7E77B9-B133-48F1-BD05-F1334CD6C3E6}" destId="{8D2F6ABB-2508-4CC2-83B3-307FD48563AF}" srcOrd="5" destOrd="0" presId="urn:microsoft.com/office/officeart/2005/8/layout/hierarchy1"/>
    <dgm:cxn modelId="{386BA453-7BBC-4AE6-B3F6-733E465FC035}" type="presParOf" srcId="{8D2F6ABB-2508-4CC2-83B3-307FD48563AF}" destId="{31273E88-AA15-449F-86C0-AFD20D2068C5}" srcOrd="0" destOrd="0" presId="urn:microsoft.com/office/officeart/2005/8/layout/hierarchy1"/>
    <dgm:cxn modelId="{E6D55207-C9D6-4F4F-9F24-1B2D4F8C4246}" type="presParOf" srcId="{31273E88-AA15-449F-86C0-AFD20D2068C5}" destId="{328B8E6B-E40A-4D73-92B0-2BA90DC79499}" srcOrd="0" destOrd="0" presId="urn:microsoft.com/office/officeart/2005/8/layout/hierarchy1"/>
    <dgm:cxn modelId="{B84C9A42-40A4-4EF0-AD0B-7AFDEB73FEC2}" type="presParOf" srcId="{31273E88-AA15-449F-86C0-AFD20D2068C5}" destId="{FE7DA31D-9B0C-443E-9C61-F56465FCC347}" srcOrd="1" destOrd="0" presId="urn:microsoft.com/office/officeart/2005/8/layout/hierarchy1"/>
    <dgm:cxn modelId="{034ECC4E-6971-4792-956B-470322711FD6}" type="presParOf" srcId="{8D2F6ABB-2508-4CC2-83B3-307FD48563AF}" destId="{F61661F6-AE11-44BE-9744-2A4EB5371877}" srcOrd="1" destOrd="0" presId="urn:microsoft.com/office/officeart/2005/8/layout/hierarchy1"/>
    <dgm:cxn modelId="{A297AA91-1A58-4E69-BFB0-63EA9858E217}" type="presParOf" srcId="{3D5D9FE0-05AB-4527-BD23-959427F86308}" destId="{923BB5DF-8ACB-47C1-96A2-BF94B9A6C08E}" srcOrd="2" destOrd="0" presId="urn:microsoft.com/office/officeart/2005/8/layout/hierarchy1"/>
    <dgm:cxn modelId="{6B58ADCD-93C0-4960-B84D-383AF7FA970F}" type="presParOf" srcId="{3D5D9FE0-05AB-4527-BD23-959427F86308}" destId="{601EE2F1-BC4E-4C36-B2CB-2A7CE3788807}" srcOrd="3" destOrd="0" presId="urn:microsoft.com/office/officeart/2005/8/layout/hierarchy1"/>
    <dgm:cxn modelId="{8F288509-C4C6-4D2E-80A9-CF485DC0A418}" type="presParOf" srcId="{601EE2F1-BC4E-4C36-B2CB-2A7CE3788807}" destId="{F31312D2-FA5F-4B1E-B344-7A8EE1F08D86}" srcOrd="0" destOrd="0" presId="urn:microsoft.com/office/officeart/2005/8/layout/hierarchy1"/>
    <dgm:cxn modelId="{DFBC002F-2DD0-48D4-A35A-464E5B88F47C}" type="presParOf" srcId="{F31312D2-FA5F-4B1E-B344-7A8EE1F08D86}" destId="{1A5AD5F7-C9DC-4749-9B61-E3E6F6795134}" srcOrd="0" destOrd="0" presId="urn:microsoft.com/office/officeart/2005/8/layout/hierarchy1"/>
    <dgm:cxn modelId="{B994047B-69D3-4D16-8AAB-58271802745E}" type="presParOf" srcId="{F31312D2-FA5F-4B1E-B344-7A8EE1F08D86}" destId="{A7D3F0AA-4B62-49ED-A9A4-75445173ED44}" srcOrd="1" destOrd="0" presId="urn:microsoft.com/office/officeart/2005/8/layout/hierarchy1"/>
    <dgm:cxn modelId="{E41215CE-A548-49E8-B0BD-C3448A55ADC1}" type="presParOf" srcId="{601EE2F1-BC4E-4C36-B2CB-2A7CE3788807}" destId="{D0226481-0285-4C8E-94A5-71223251AAFA}" srcOrd="1" destOrd="0" presId="urn:microsoft.com/office/officeart/2005/8/layout/hierarchy1"/>
    <dgm:cxn modelId="{A6B02A1C-4046-45F3-BA40-DDF7B47EBE0A}" type="presParOf" srcId="{D0226481-0285-4C8E-94A5-71223251AAFA}" destId="{E3C3C570-562C-4C26-BA1A-5C748B4FF181}" srcOrd="0" destOrd="0" presId="urn:microsoft.com/office/officeart/2005/8/layout/hierarchy1"/>
    <dgm:cxn modelId="{3AFE5457-3CCE-4979-82A4-154C93472542}" type="presParOf" srcId="{D0226481-0285-4C8E-94A5-71223251AAFA}" destId="{0298F016-47D2-48DB-8B3F-31CBC5DE3405}" srcOrd="1" destOrd="0" presId="urn:microsoft.com/office/officeart/2005/8/layout/hierarchy1"/>
    <dgm:cxn modelId="{6D0D4272-0F78-4AB1-BE88-0B85D184DF3E}" type="presParOf" srcId="{0298F016-47D2-48DB-8B3F-31CBC5DE3405}" destId="{DAADDF38-BC22-4ADA-A7DA-7F07F7A454D7}" srcOrd="0" destOrd="0" presId="urn:microsoft.com/office/officeart/2005/8/layout/hierarchy1"/>
    <dgm:cxn modelId="{A4CA5A18-29C4-4574-A5B0-C74EEB6C900E}" type="presParOf" srcId="{DAADDF38-BC22-4ADA-A7DA-7F07F7A454D7}" destId="{C0C05E07-BAAB-4AC0-9084-E10D603FE174}" srcOrd="0" destOrd="0" presId="urn:microsoft.com/office/officeart/2005/8/layout/hierarchy1"/>
    <dgm:cxn modelId="{AA4275AB-A913-4A97-AD00-9DF0D700D322}" type="presParOf" srcId="{DAADDF38-BC22-4ADA-A7DA-7F07F7A454D7}" destId="{22CE8A4B-C046-44A7-9B79-697203A83E3A}" srcOrd="1" destOrd="0" presId="urn:microsoft.com/office/officeart/2005/8/layout/hierarchy1"/>
    <dgm:cxn modelId="{6E2D0629-1252-464E-AC27-954470508297}" type="presParOf" srcId="{0298F016-47D2-48DB-8B3F-31CBC5DE3405}" destId="{4A16B266-3350-45DB-97C1-A3204F61344B}" srcOrd="1" destOrd="0" presId="urn:microsoft.com/office/officeart/2005/8/layout/hierarchy1"/>
    <dgm:cxn modelId="{D9AB4ABE-0D48-4C13-8126-6D645AC0D69C}" type="presParOf" srcId="{D0226481-0285-4C8E-94A5-71223251AAFA}" destId="{478BE344-1280-4691-A50B-A013BD4ECC8C}" srcOrd="2" destOrd="0" presId="urn:microsoft.com/office/officeart/2005/8/layout/hierarchy1"/>
    <dgm:cxn modelId="{B469C37F-647E-4B58-852F-9C82D9E8E517}" type="presParOf" srcId="{D0226481-0285-4C8E-94A5-71223251AAFA}" destId="{3CE35AC6-ED6D-44E2-8C67-EA5AEAD3C896}" srcOrd="3" destOrd="0" presId="urn:microsoft.com/office/officeart/2005/8/layout/hierarchy1"/>
    <dgm:cxn modelId="{0FA8F92E-6CA8-4E64-9CA8-7660412124F5}" type="presParOf" srcId="{3CE35AC6-ED6D-44E2-8C67-EA5AEAD3C896}" destId="{0BD805B7-0391-477C-8F35-E820FDD0C6C3}" srcOrd="0" destOrd="0" presId="urn:microsoft.com/office/officeart/2005/8/layout/hierarchy1"/>
    <dgm:cxn modelId="{0ADE6CA4-B905-41B0-86B9-AEFFB05CB898}" type="presParOf" srcId="{0BD805B7-0391-477C-8F35-E820FDD0C6C3}" destId="{3359FA7F-5110-404F-862F-C24C591380AB}" srcOrd="0" destOrd="0" presId="urn:microsoft.com/office/officeart/2005/8/layout/hierarchy1"/>
    <dgm:cxn modelId="{924BF653-D34D-4B9A-B818-8F738586872C}" type="presParOf" srcId="{0BD805B7-0391-477C-8F35-E820FDD0C6C3}" destId="{C36C89DF-0CAB-43D1-8141-F904E3C59C07}" srcOrd="1" destOrd="0" presId="urn:microsoft.com/office/officeart/2005/8/layout/hierarchy1"/>
    <dgm:cxn modelId="{D3787885-D4F0-437C-998C-A45022203B6C}" type="presParOf" srcId="{3CE35AC6-ED6D-44E2-8C67-EA5AEAD3C896}" destId="{0FE59263-06A2-4680-BCEE-7952924FE16F}" srcOrd="1" destOrd="0" presId="urn:microsoft.com/office/officeart/2005/8/layout/hierarchy1"/>
    <dgm:cxn modelId="{11BF4C46-32ED-42C0-B485-39E5D273D829}" type="presParOf" srcId="{D0226481-0285-4C8E-94A5-71223251AAFA}" destId="{449C9959-9ED4-49CA-A578-BD05CB483EA7}" srcOrd="4" destOrd="0" presId="urn:microsoft.com/office/officeart/2005/8/layout/hierarchy1"/>
    <dgm:cxn modelId="{AABFCBBC-856C-40EA-87DA-5C92E8FAA73C}" type="presParOf" srcId="{D0226481-0285-4C8E-94A5-71223251AAFA}" destId="{D7AFC731-0756-4F5A-BDF5-4E9D03E81E20}" srcOrd="5" destOrd="0" presId="urn:microsoft.com/office/officeart/2005/8/layout/hierarchy1"/>
    <dgm:cxn modelId="{2780F0BD-BFA8-4DF8-9416-706C1BAC3ED9}" type="presParOf" srcId="{D7AFC731-0756-4F5A-BDF5-4E9D03E81E20}" destId="{59153F12-2911-4D9F-B6ED-822B5B226716}" srcOrd="0" destOrd="0" presId="urn:microsoft.com/office/officeart/2005/8/layout/hierarchy1"/>
    <dgm:cxn modelId="{6CD7F5DB-16EE-476D-910B-932B6CD27CDB}" type="presParOf" srcId="{59153F12-2911-4D9F-B6ED-822B5B226716}" destId="{6FA8743A-13FB-4761-A3F7-29C0AF1777C4}" srcOrd="0" destOrd="0" presId="urn:microsoft.com/office/officeart/2005/8/layout/hierarchy1"/>
    <dgm:cxn modelId="{E960C1CE-80C1-451B-BD4D-9975A148475A}" type="presParOf" srcId="{59153F12-2911-4D9F-B6ED-822B5B226716}" destId="{05A604BF-FF90-4BBB-B308-3556C5076C8D}" srcOrd="1" destOrd="0" presId="urn:microsoft.com/office/officeart/2005/8/layout/hierarchy1"/>
    <dgm:cxn modelId="{FE74086B-2F4D-4AEA-BA42-8952011275E3}" type="presParOf" srcId="{D7AFC731-0756-4F5A-BDF5-4E9D03E81E20}" destId="{2B6FCC27-F3DB-4FE5-8827-8B038B88B451}" srcOrd="1" destOrd="0" presId="urn:microsoft.com/office/officeart/2005/8/layout/hierarchy1"/>
    <dgm:cxn modelId="{61AE0100-A236-42FD-AF47-F0E66840A732}" type="presParOf" srcId="{D0226481-0285-4C8E-94A5-71223251AAFA}" destId="{DC30272E-5C27-4D5E-8014-124639F5AE7C}" srcOrd="6" destOrd="0" presId="urn:microsoft.com/office/officeart/2005/8/layout/hierarchy1"/>
    <dgm:cxn modelId="{DE6C4E1A-B048-4FDF-8B08-919C1B32C9EE}" type="presParOf" srcId="{D0226481-0285-4C8E-94A5-71223251AAFA}" destId="{8593D679-CCD1-4D98-AD10-A9D2185DC583}" srcOrd="7" destOrd="0" presId="urn:microsoft.com/office/officeart/2005/8/layout/hierarchy1"/>
    <dgm:cxn modelId="{6129AF1E-0F47-47ED-8838-655C8BCD214F}" type="presParOf" srcId="{8593D679-CCD1-4D98-AD10-A9D2185DC583}" destId="{BEA5D6FA-A40F-4B4F-93CD-2B01E5A331B1}" srcOrd="0" destOrd="0" presId="urn:microsoft.com/office/officeart/2005/8/layout/hierarchy1"/>
    <dgm:cxn modelId="{8FF65116-EAF3-401E-9D1E-F57AC5A341FA}" type="presParOf" srcId="{BEA5D6FA-A40F-4B4F-93CD-2B01E5A331B1}" destId="{FCF19606-C29D-40EF-B0E8-5A73052ADEA3}" srcOrd="0" destOrd="0" presId="urn:microsoft.com/office/officeart/2005/8/layout/hierarchy1"/>
    <dgm:cxn modelId="{823B7D0F-9E0D-4DF1-BE6B-6A932EA6523C}" type="presParOf" srcId="{BEA5D6FA-A40F-4B4F-93CD-2B01E5A331B1}" destId="{E53AD015-3784-49D9-B2ED-922A9B7AD2D6}" srcOrd="1" destOrd="0" presId="urn:microsoft.com/office/officeart/2005/8/layout/hierarchy1"/>
    <dgm:cxn modelId="{6182A693-F462-42B9-AF4A-6AC3EC92C13D}" type="presParOf" srcId="{8593D679-CCD1-4D98-AD10-A9D2185DC583}" destId="{D9A12602-4480-4B86-A368-28237BC2BBFC}" srcOrd="1" destOrd="0" presId="urn:microsoft.com/office/officeart/2005/8/layout/hierarchy1"/>
    <dgm:cxn modelId="{AB5B2492-B599-4321-A3A5-3ACAB9F1D92E}" type="presParOf" srcId="{3D5D9FE0-05AB-4527-BD23-959427F86308}" destId="{FA50DD0C-ED6F-48FC-A7C9-EADC514F0F5A}" srcOrd="4" destOrd="0" presId="urn:microsoft.com/office/officeart/2005/8/layout/hierarchy1"/>
    <dgm:cxn modelId="{FBFAF23D-38A8-4DAF-AAEB-379B5BCCD15F}" type="presParOf" srcId="{3D5D9FE0-05AB-4527-BD23-959427F86308}" destId="{1AB12BBD-95CA-43B4-BD83-EC9DA512EE60}" srcOrd="5" destOrd="0" presId="urn:microsoft.com/office/officeart/2005/8/layout/hierarchy1"/>
    <dgm:cxn modelId="{2C2BA19B-B645-4AE7-B5CB-EEFB1894493B}" type="presParOf" srcId="{1AB12BBD-95CA-43B4-BD83-EC9DA512EE60}" destId="{61F70FCB-566C-4081-9FD5-BB2B1E624D24}" srcOrd="0" destOrd="0" presId="urn:microsoft.com/office/officeart/2005/8/layout/hierarchy1"/>
    <dgm:cxn modelId="{8014478C-9C55-4E32-819D-7ABCC7F8AE42}" type="presParOf" srcId="{61F70FCB-566C-4081-9FD5-BB2B1E624D24}" destId="{914AD8DD-5F46-4A96-8280-D2571DB27E32}" srcOrd="0" destOrd="0" presId="urn:microsoft.com/office/officeart/2005/8/layout/hierarchy1"/>
    <dgm:cxn modelId="{29AC2EE6-6527-4A3F-A2C9-4F5AA3F4CCE9}" type="presParOf" srcId="{61F70FCB-566C-4081-9FD5-BB2B1E624D24}" destId="{8655B1EF-FBFC-4D7B-A592-59C949F05BD1}" srcOrd="1" destOrd="0" presId="urn:microsoft.com/office/officeart/2005/8/layout/hierarchy1"/>
    <dgm:cxn modelId="{01D6035C-6B91-4D4F-B118-A8AB1CB47258}" type="presParOf" srcId="{1AB12BBD-95CA-43B4-BD83-EC9DA512EE60}" destId="{B4A65B40-AEAC-40FD-AC06-5F482BA7EC89}" srcOrd="1" destOrd="0" presId="urn:microsoft.com/office/officeart/2005/8/layout/hierarchy1"/>
    <dgm:cxn modelId="{F79FEB6F-1211-46BB-878B-05CBBB3B35DD}" type="presParOf" srcId="{B4A65B40-AEAC-40FD-AC06-5F482BA7EC89}" destId="{89AEDEBB-BAD1-4E39-9F86-CCEB86A970FA}" srcOrd="0" destOrd="0" presId="urn:microsoft.com/office/officeart/2005/8/layout/hierarchy1"/>
    <dgm:cxn modelId="{341AC2C9-B1A4-427A-89C4-E3EC09C2B094}" type="presParOf" srcId="{B4A65B40-AEAC-40FD-AC06-5F482BA7EC89}" destId="{58EACB64-467C-4012-85BF-B94E46E7A7C5}" srcOrd="1" destOrd="0" presId="urn:microsoft.com/office/officeart/2005/8/layout/hierarchy1"/>
    <dgm:cxn modelId="{F3B4EEEB-B8F5-4DA4-94DF-111467B24324}" type="presParOf" srcId="{58EACB64-467C-4012-85BF-B94E46E7A7C5}" destId="{688EFCB7-3A3A-481A-B9C9-5EF72696847A}" srcOrd="0" destOrd="0" presId="urn:microsoft.com/office/officeart/2005/8/layout/hierarchy1"/>
    <dgm:cxn modelId="{E716D339-141C-41B4-BBD8-5312243E2DBA}" type="presParOf" srcId="{688EFCB7-3A3A-481A-B9C9-5EF72696847A}" destId="{12B0C22B-4063-4690-9E4E-1481135E441E}" srcOrd="0" destOrd="0" presId="urn:microsoft.com/office/officeart/2005/8/layout/hierarchy1"/>
    <dgm:cxn modelId="{152EF8EC-9C7F-4938-975D-4AB240E2C4CA}" type="presParOf" srcId="{688EFCB7-3A3A-481A-B9C9-5EF72696847A}" destId="{7410ACB4-0022-4E05-AAE3-8F7292DF80F1}" srcOrd="1" destOrd="0" presId="urn:microsoft.com/office/officeart/2005/8/layout/hierarchy1"/>
    <dgm:cxn modelId="{43F7AA56-BA00-4551-947B-C1A0742DF9C6}" type="presParOf" srcId="{58EACB64-467C-4012-85BF-B94E46E7A7C5}" destId="{EC973039-DBE1-4F15-9905-EFAAF07A0357}" srcOrd="1" destOrd="0" presId="urn:microsoft.com/office/officeart/2005/8/layout/hierarchy1"/>
    <dgm:cxn modelId="{7DFDDC03-E00E-4B3D-AB60-E6F329B670B0}" type="presParOf" srcId="{B4A65B40-AEAC-40FD-AC06-5F482BA7EC89}" destId="{004C5B49-0662-4867-9FA8-0B7F79246A99}" srcOrd="2" destOrd="0" presId="urn:microsoft.com/office/officeart/2005/8/layout/hierarchy1"/>
    <dgm:cxn modelId="{D49A7002-D8B9-4D09-A9C2-0A1C24058B39}" type="presParOf" srcId="{B4A65B40-AEAC-40FD-AC06-5F482BA7EC89}" destId="{3658AC59-1094-4C22-80B5-A5D5155DAF2C}" srcOrd="3" destOrd="0" presId="urn:microsoft.com/office/officeart/2005/8/layout/hierarchy1"/>
    <dgm:cxn modelId="{6BA0356B-FA63-4142-B411-08EC4C66959B}" type="presParOf" srcId="{3658AC59-1094-4C22-80B5-A5D5155DAF2C}" destId="{8D518C05-5669-4916-94FA-A64CAE2095BC}" srcOrd="0" destOrd="0" presId="urn:microsoft.com/office/officeart/2005/8/layout/hierarchy1"/>
    <dgm:cxn modelId="{9688AA52-D8E2-467D-BEB7-6C5A1F9EDAC8}" type="presParOf" srcId="{8D518C05-5669-4916-94FA-A64CAE2095BC}" destId="{A62ADFB3-6118-4F19-A9FA-1DACAD0019F3}" srcOrd="0" destOrd="0" presId="urn:microsoft.com/office/officeart/2005/8/layout/hierarchy1"/>
    <dgm:cxn modelId="{F1BA3EB4-30B4-46C6-9126-8B25F3ECE7FC}" type="presParOf" srcId="{8D518C05-5669-4916-94FA-A64CAE2095BC}" destId="{785B8EEA-AAFE-4DBE-A51A-020B169939DA}" srcOrd="1" destOrd="0" presId="urn:microsoft.com/office/officeart/2005/8/layout/hierarchy1"/>
    <dgm:cxn modelId="{CE32AFEC-DDC7-4783-817B-758EAFE298B4}" type="presParOf" srcId="{3658AC59-1094-4C22-80B5-A5D5155DAF2C}" destId="{1BFE9DF5-BA11-4C72-9AAA-AD065E87BF70}" srcOrd="1" destOrd="0" presId="urn:microsoft.com/office/officeart/2005/8/layout/hierarchy1"/>
    <dgm:cxn modelId="{C3987583-4119-4D15-A914-999C15686DF7}" type="presParOf" srcId="{B4A65B40-AEAC-40FD-AC06-5F482BA7EC89}" destId="{4075C3EE-09F8-42F1-B36B-8433B51CCEF5}" srcOrd="4" destOrd="0" presId="urn:microsoft.com/office/officeart/2005/8/layout/hierarchy1"/>
    <dgm:cxn modelId="{BB28F78F-D0C9-4185-9FCA-912AD6587FB8}" type="presParOf" srcId="{B4A65B40-AEAC-40FD-AC06-5F482BA7EC89}" destId="{CB44E9ED-AA5D-4554-9BF4-23034F08D655}" srcOrd="5" destOrd="0" presId="urn:microsoft.com/office/officeart/2005/8/layout/hierarchy1"/>
    <dgm:cxn modelId="{64DC6C9E-0AB0-46CB-A9DD-20BB256B2675}" type="presParOf" srcId="{CB44E9ED-AA5D-4554-9BF4-23034F08D655}" destId="{DE370362-1C68-46C1-B467-434F155CFD22}" srcOrd="0" destOrd="0" presId="urn:microsoft.com/office/officeart/2005/8/layout/hierarchy1"/>
    <dgm:cxn modelId="{59A9AE10-4F0A-496E-9C6C-4148A6735834}" type="presParOf" srcId="{DE370362-1C68-46C1-B467-434F155CFD22}" destId="{11792240-0B80-48A3-87C7-6738C80DECC5}" srcOrd="0" destOrd="0" presId="urn:microsoft.com/office/officeart/2005/8/layout/hierarchy1"/>
    <dgm:cxn modelId="{5E2B536A-382F-446D-BA5D-DF3FE8B63D52}" type="presParOf" srcId="{DE370362-1C68-46C1-B467-434F155CFD22}" destId="{0DEE7487-F2D1-4076-99F2-F0F91BC5324E}" srcOrd="1" destOrd="0" presId="urn:microsoft.com/office/officeart/2005/8/layout/hierarchy1"/>
    <dgm:cxn modelId="{01B9B0D3-AD37-42B1-BA32-DDE7EEA5BB0B}" type="presParOf" srcId="{CB44E9ED-AA5D-4554-9BF4-23034F08D655}" destId="{6B5E6D03-C3CA-49FF-A764-738DBD8B2F6F}" srcOrd="1" destOrd="0" presId="urn:microsoft.com/office/officeart/2005/8/layout/hierarchy1"/>
    <dgm:cxn modelId="{B7AEE13C-3146-419A-A1A8-3491E03DA62D}" type="presParOf" srcId="{B4A65B40-AEAC-40FD-AC06-5F482BA7EC89}" destId="{65820F9E-9347-41BC-ACF4-D98CF34EECC4}" srcOrd="6" destOrd="0" presId="urn:microsoft.com/office/officeart/2005/8/layout/hierarchy1"/>
    <dgm:cxn modelId="{7B4BA3F4-35AF-4B79-BBF3-E980199DDC55}" type="presParOf" srcId="{B4A65B40-AEAC-40FD-AC06-5F482BA7EC89}" destId="{40E3E117-2724-4B56-9A4F-4E5E3995BDED}" srcOrd="7" destOrd="0" presId="urn:microsoft.com/office/officeart/2005/8/layout/hierarchy1"/>
    <dgm:cxn modelId="{4D5621A1-7F8E-4C7F-A7BD-4F95D5C514E7}" type="presParOf" srcId="{40E3E117-2724-4B56-9A4F-4E5E3995BDED}" destId="{ED9EF965-9A50-453B-AF2C-BF0CE0D42B28}" srcOrd="0" destOrd="0" presId="urn:microsoft.com/office/officeart/2005/8/layout/hierarchy1"/>
    <dgm:cxn modelId="{EEBD4A8A-354D-4F92-BBA6-E60CC7648F05}" type="presParOf" srcId="{ED9EF965-9A50-453B-AF2C-BF0CE0D42B28}" destId="{C7328ACE-AAF8-46F9-9E67-96DA1D65E275}" srcOrd="0" destOrd="0" presId="urn:microsoft.com/office/officeart/2005/8/layout/hierarchy1"/>
    <dgm:cxn modelId="{A8C603A7-1D18-4B70-ADF7-B51389EC7767}" type="presParOf" srcId="{ED9EF965-9A50-453B-AF2C-BF0CE0D42B28}" destId="{F9A370F7-93E2-4268-B4BA-2C9AE792AFC6}" srcOrd="1" destOrd="0" presId="urn:microsoft.com/office/officeart/2005/8/layout/hierarchy1"/>
    <dgm:cxn modelId="{8B3B38EA-1430-4C0C-B9BD-9F44C6A86825}" type="presParOf" srcId="{40E3E117-2724-4B56-9A4F-4E5E3995BDED}" destId="{3DFBFD6B-4527-4293-8F17-04B8322DED0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42EDF-BD34-4AC5-B1FD-BCC275D75D60}">
      <dsp:nvSpPr>
        <dsp:cNvPr id="0" name=""/>
        <dsp:cNvSpPr/>
      </dsp:nvSpPr>
      <dsp:spPr>
        <a:xfrm>
          <a:off x="8841896" y="4271863"/>
          <a:ext cx="1918261" cy="3043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375"/>
              </a:lnTo>
              <a:lnTo>
                <a:pt x="1918261" y="207375"/>
              </a:lnTo>
              <a:lnTo>
                <a:pt x="1918261" y="304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95C61F-99F8-4499-B942-5E6CE3DC4EAE}">
      <dsp:nvSpPr>
        <dsp:cNvPr id="0" name=""/>
        <dsp:cNvSpPr/>
      </dsp:nvSpPr>
      <dsp:spPr>
        <a:xfrm>
          <a:off x="8841896" y="4271863"/>
          <a:ext cx="639420" cy="3043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375"/>
              </a:lnTo>
              <a:lnTo>
                <a:pt x="639420" y="207375"/>
              </a:lnTo>
              <a:lnTo>
                <a:pt x="639420" y="304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06387D-A459-4D48-B5A4-21CAF61A63AE}">
      <dsp:nvSpPr>
        <dsp:cNvPr id="0" name=""/>
        <dsp:cNvSpPr/>
      </dsp:nvSpPr>
      <dsp:spPr>
        <a:xfrm>
          <a:off x="8202475" y="4271863"/>
          <a:ext cx="639420" cy="304306"/>
        </a:xfrm>
        <a:custGeom>
          <a:avLst/>
          <a:gdLst/>
          <a:ahLst/>
          <a:cxnLst/>
          <a:rect l="0" t="0" r="0" b="0"/>
          <a:pathLst>
            <a:path>
              <a:moveTo>
                <a:pt x="639420" y="0"/>
              </a:moveTo>
              <a:lnTo>
                <a:pt x="639420" y="207375"/>
              </a:lnTo>
              <a:lnTo>
                <a:pt x="0" y="207375"/>
              </a:lnTo>
              <a:lnTo>
                <a:pt x="0" y="304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6258F7-E7D4-4B29-8C7B-A4EA75DEFCBC}">
      <dsp:nvSpPr>
        <dsp:cNvPr id="0" name=""/>
        <dsp:cNvSpPr/>
      </dsp:nvSpPr>
      <dsp:spPr>
        <a:xfrm>
          <a:off x="6923634" y="4271863"/>
          <a:ext cx="1918261" cy="304306"/>
        </a:xfrm>
        <a:custGeom>
          <a:avLst/>
          <a:gdLst/>
          <a:ahLst/>
          <a:cxnLst/>
          <a:rect l="0" t="0" r="0" b="0"/>
          <a:pathLst>
            <a:path>
              <a:moveTo>
                <a:pt x="1918261" y="0"/>
              </a:moveTo>
              <a:lnTo>
                <a:pt x="1918261" y="207375"/>
              </a:lnTo>
              <a:lnTo>
                <a:pt x="0" y="207375"/>
              </a:lnTo>
              <a:lnTo>
                <a:pt x="0" y="304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D15C4-31EE-4596-8EAF-B01B51DDC30B}">
      <dsp:nvSpPr>
        <dsp:cNvPr id="0" name=""/>
        <dsp:cNvSpPr/>
      </dsp:nvSpPr>
      <dsp:spPr>
        <a:xfrm>
          <a:off x="5964503" y="3303141"/>
          <a:ext cx="2877392" cy="3043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375"/>
              </a:lnTo>
              <a:lnTo>
                <a:pt x="2877392" y="207375"/>
              </a:lnTo>
              <a:lnTo>
                <a:pt x="2877392" y="30430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220FAE-0760-4D97-BE0E-5BC2F24377A7}">
      <dsp:nvSpPr>
        <dsp:cNvPr id="0" name=""/>
        <dsp:cNvSpPr/>
      </dsp:nvSpPr>
      <dsp:spPr>
        <a:xfrm>
          <a:off x="3087110" y="4271863"/>
          <a:ext cx="2557682" cy="3043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375"/>
              </a:lnTo>
              <a:lnTo>
                <a:pt x="2557682" y="207375"/>
              </a:lnTo>
              <a:lnTo>
                <a:pt x="2557682" y="304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EC6FD3-DA16-460F-B13A-18B03CA0FF76}">
      <dsp:nvSpPr>
        <dsp:cNvPr id="0" name=""/>
        <dsp:cNvSpPr/>
      </dsp:nvSpPr>
      <dsp:spPr>
        <a:xfrm>
          <a:off x="3087110" y="4271863"/>
          <a:ext cx="1278841" cy="3043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375"/>
              </a:lnTo>
              <a:lnTo>
                <a:pt x="1278841" y="207375"/>
              </a:lnTo>
              <a:lnTo>
                <a:pt x="1278841" y="304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1D4600-92D0-4FEE-8302-928CAFC744A8}">
      <dsp:nvSpPr>
        <dsp:cNvPr id="0" name=""/>
        <dsp:cNvSpPr/>
      </dsp:nvSpPr>
      <dsp:spPr>
        <a:xfrm>
          <a:off x="3041390" y="4271863"/>
          <a:ext cx="91440" cy="3043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4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CC0223-5273-4A89-BBA4-1A01F23A1504}">
      <dsp:nvSpPr>
        <dsp:cNvPr id="0" name=""/>
        <dsp:cNvSpPr/>
      </dsp:nvSpPr>
      <dsp:spPr>
        <a:xfrm>
          <a:off x="1808269" y="4271863"/>
          <a:ext cx="1278841" cy="304306"/>
        </a:xfrm>
        <a:custGeom>
          <a:avLst/>
          <a:gdLst/>
          <a:ahLst/>
          <a:cxnLst/>
          <a:rect l="0" t="0" r="0" b="0"/>
          <a:pathLst>
            <a:path>
              <a:moveTo>
                <a:pt x="1278841" y="0"/>
              </a:moveTo>
              <a:lnTo>
                <a:pt x="1278841" y="207375"/>
              </a:lnTo>
              <a:lnTo>
                <a:pt x="0" y="207375"/>
              </a:lnTo>
              <a:lnTo>
                <a:pt x="0" y="304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349A0E-1891-4FBB-9FAB-C7F554E86A34}">
      <dsp:nvSpPr>
        <dsp:cNvPr id="0" name=""/>
        <dsp:cNvSpPr/>
      </dsp:nvSpPr>
      <dsp:spPr>
        <a:xfrm>
          <a:off x="529427" y="4271863"/>
          <a:ext cx="2557682" cy="304306"/>
        </a:xfrm>
        <a:custGeom>
          <a:avLst/>
          <a:gdLst/>
          <a:ahLst/>
          <a:cxnLst/>
          <a:rect l="0" t="0" r="0" b="0"/>
          <a:pathLst>
            <a:path>
              <a:moveTo>
                <a:pt x="2557682" y="0"/>
              </a:moveTo>
              <a:lnTo>
                <a:pt x="2557682" y="207375"/>
              </a:lnTo>
              <a:lnTo>
                <a:pt x="0" y="207375"/>
              </a:lnTo>
              <a:lnTo>
                <a:pt x="0" y="304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70EE18-C883-4224-9743-2D2D21C76D06}">
      <dsp:nvSpPr>
        <dsp:cNvPr id="0" name=""/>
        <dsp:cNvSpPr/>
      </dsp:nvSpPr>
      <dsp:spPr>
        <a:xfrm>
          <a:off x="3087110" y="3303141"/>
          <a:ext cx="2877392" cy="304306"/>
        </a:xfrm>
        <a:custGeom>
          <a:avLst/>
          <a:gdLst/>
          <a:ahLst/>
          <a:cxnLst/>
          <a:rect l="0" t="0" r="0" b="0"/>
          <a:pathLst>
            <a:path>
              <a:moveTo>
                <a:pt x="2877392" y="0"/>
              </a:moveTo>
              <a:lnTo>
                <a:pt x="2877392" y="207375"/>
              </a:lnTo>
              <a:lnTo>
                <a:pt x="0" y="207375"/>
              </a:lnTo>
              <a:lnTo>
                <a:pt x="0" y="30430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12DFCA-75E4-491B-80F8-8993ED6E07E0}">
      <dsp:nvSpPr>
        <dsp:cNvPr id="0" name=""/>
        <dsp:cNvSpPr/>
      </dsp:nvSpPr>
      <dsp:spPr>
        <a:xfrm>
          <a:off x="5441340" y="2638725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0C186-DC1F-446D-85E4-32136F59F85B}">
      <dsp:nvSpPr>
        <dsp:cNvPr id="0" name=""/>
        <dsp:cNvSpPr/>
      </dsp:nvSpPr>
      <dsp:spPr>
        <a:xfrm>
          <a:off x="5557599" y="2749170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Ads Campaign</a:t>
          </a:r>
          <a:endParaRPr lang="en-US" sz="800" kern="1200" dirty="0"/>
        </a:p>
      </dsp:txBody>
      <dsp:txXfrm>
        <a:off x="5577059" y="2768630"/>
        <a:ext cx="1007404" cy="625496"/>
      </dsp:txXfrm>
    </dsp:sp>
    <dsp:sp modelId="{6D7C81A9-2F04-4FB5-B760-172000F636A8}">
      <dsp:nvSpPr>
        <dsp:cNvPr id="0" name=""/>
        <dsp:cNvSpPr/>
      </dsp:nvSpPr>
      <dsp:spPr>
        <a:xfrm>
          <a:off x="2563947" y="3607447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09855-30F3-4149-9ABB-C15381810B10}">
      <dsp:nvSpPr>
        <dsp:cNvPr id="0" name=""/>
        <dsp:cNvSpPr/>
      </dsp:nvSpPr>
      <dsp:spPr>
        <a:xfrm>
          <a:off x="2680206" y="3717893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Suppliers</a:t>
          </a:r>
          <a:endParaRPr lang="en-US" sz="800" kern="1200" dirty="0"/>
        </a:p>
      </dsp:txBody>
      <dsp:txXfrm>
        <a:off x="2699666" y="3737353"/>
        <a:ext cx="1007404" cy="625496"/>
      </dsp:txXfrm>
    </dsp:sp>
    <dsp:sp modelId="{2BFFF221-72D7-4DEF-89C2-E295D8D9D7D5}">
      <dsp:nvSpPr>
        <dsp:cNvPr id="0" name=""/>
        <dsp:cNvSpPr/>
      </dsp:nvSpPr>
      <dsp:spPr>
        <a:xfrm>
          <a:off x="6265" y="4576169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0D0D2-E0CF-4AEF-8CCB-7CBC19288833}">
      <dsp:nvSpPr>
        <dsp:cNvPr id="0" name=""/>
        <dsp:cNvSpPr/>
      </dsp:nvSpPr>
      <dsp:spPr>
        <a:xfrm>
          <a:off x="122523" y="4686615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How the ads benefits suppliers?</a:t>
          </a:r>
        </a:p>
      </dsp:txBody>
      <dsp:txXfrm>
        <a:off x="141983" y="4706075"/>
        <a:ext cx="1007404" cy="625496"/>
      </dsp:txXfrm>
    </dsp:sp>
    <dsp:sp modelId="{A2C27DBB-880F-46BE-9410-3324DBBAEB02}">
      <dsp:nvSpPr>
        <dsp:cNvPr id="0" name=""/>
        <dsp:cNvSpPr/>
      </dsp:nvSpPr>
      <dsp:spPr>
        <a:xfrm>
          <a:off x="1285106" y="4576169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302B5-9CCD-4AC1-95D5-92425AF706B5}">
      <dsp:nvSpPr>
        <dsp:cNvPr id="0" name=""/>
        <dsp:cNvSpPr/>
      </dsp:nvSpPr>
      <dsp:spPr>
        <a:xfrm>
          <a:off x="1401364" y="4686615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What are the possible ways to generate good outcomes?</a:t>
          </a:r>
          <a:endParaRPr lang="en-US" sz="800" kern="1200" dirty="0"/>
        </a:p>
      </dsp:txBody>
      <dsp:txXfrm>
        <a:off x="1420824" y="4706075"/>
        <a:ext cx="1007404" cy="625496"/>
      </dsp:txXfrm>
    </dsp:sp>
    <dsp:sp modelId="{F07C04C4-4642-40BD-886B-E1D3795B7456}">
      <dsp:nvSpPr>
        <dsp:cNvPr id="0" name=""/>
        <dsp:cNvSpPr/>
      </dsp:nvSpPr>
      <dsp:spPr>
        <a:xfrm>
          <a:off x="2563947" y="4576169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D12C6-2320-45BE-A731-B19B23608D9B}">
      <dsp:nvSpPr>
        <dsp:cNvPr id="0" name=""/>
        <dsp:cNvSpPr/>
      </dsp:nvSpPr>
      <dsp:spPr>
        <a:xfrm>
          <a:off x="2680206" y="4686615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What if it doesn't work?</a:t>
          </a:r>
        </a:p>
      </dsp:txBody>
      <dsp:txXfrm>
        <a:off x="2699666" y="4706075"/>
        <a:ext cx="1007404" cy="625496"/>
      </dsp:txXfrm>
    </dsp:sp>
    <dsp:sp modelId="{D3EE12D9-618C-4E9F-9B4C-87F8DB9B4666}">
      <dsp:nvSpPr>
        <dsp:cNvPr id="0" name=""/>
        <dsp:cNvSpPr/>
      </dsp:nvSpPr>
      <dsp:spPr>
        <a:xfrm>
          <a:off x="3842789" y="4576169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5F186-0EB6-40A9-9ADA-50B7B62508CE}">
      <dsp:nvSpPr>
        <dsp:cNvPr id="0" name=""/>
        <dsp:cNvSpPr/>
      </dsp:nvSpPr>
      <dsp:spPr>
        <a:xfrm>
          <a:off x="3959047" y="4686615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What is the major factor which can lead me to more sales and how advertise does that?</a:t>
          </a:r>
        </a:p>
      </dsp:txBody>
      <dsp:txXfrm>
        <a:off x="3978507" y="4706075"/>
        <a:ext cx="1007404" cy="625496"/>
      </dsp:txXfrm>
    </dsp:sp>
    <dsp:sp modelId="{4AB80335-B4EE-4F61-B10E-1D78165A1A0D}">
      <dsp:nvSpPr>
        <dsp:cNvPr id="0" name=""/>
        <dsp:cNvSpPr/>
      </dsp:nvSpPr>
      <dsp:spPr>
        <a:xfrm>
          <a:off x="5121630" y="4576169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01417B-B713-4000-9B61-31CB89E4DDB0}">
      <dsp:nvSpPr>
        <dsp:cNvPr id="0" name=""/>
        <dsp:cNvSpPr/>
      </dsp:nvSpPr>
      <dsp:spPr>
        <a:xfrm>
          <a:off x="5237888" y="4686615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How much my sales will be increasing?</a:t>
          </a:r>
        </a:p>
      </dsp:txBody>
      <dsp:txXfrm>
        <a:off x="5257348" y="4706075"/>
        <a:ext cx="1007404" cy="625496"/>
      </dsp:txXfrm>
    </dsp:sp>
    <dsp:sp modelId="{C3EFFC08-B84E-4662-A11E-6A2D1AC35681}">
      <dsp:nvSpPr>
        <dsp:cNvPr id="0" name=""/>
        <dsp:cNvSpPr/>
      </dsp:nvSpPr>
      <dsp:spPr>
        <a:xfrm>
          <a:off x="8318733" y="3607447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60AE1-8E3C-401F-96EA-79F9B594ECC8}">
      <dsp:nvSpPr>
        <dsp:cNvPr id="0" name=""/>
        <dsp:cNvSpPr/>
      </dsp:nvSpPr>
      <dsp:spPr>
        <a:xfrm>
          <a:off x="8434991" y="3717893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Big Bazaar</a:t>
          </a:r>
          <a:endParaRPr lang="en-US" sz="800" kern="1200" dirty="0"/>
        </a:p>
      </dsp:txBody>
      <dsp:txXfrm>
        <a:off x="8454451" y="3737353"/>
        <a:ext cx="1007404" cy="625496"/>
      </dsp:txXfrm>
    </dsp:sp>
    <dsp:sp modelId="{A20FE4C8-719A-4B24-B6EE-97BF7E7B67DD}">
      <dsp:nvSpPr>
        <dsp:cNvPr id="0" name=""/>
        <dsp:cNvSpPr/>
      </dsp:nvSpPr>
      <dsp:spPr>
        <a:xfrm>
          <a:off x="6400471" y="4576169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C1B9E0-876D-4B24-9DCE-6A81726AA27A}">
      <dsp:nvSpPr>
        <dsp:cNvPr id="0" name=""/>
        <dsp:cNvSpPr/>
      </dsp:nvSpPr>
      <dsp:spPr>
        <a:xfrm>
          <a:off x="6516730" y="4686615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Why are this 10 suppliers preferred more than others?</a:t>
          </a:r>
          <a:endParaRPr lang="en-US" sz="800" kern="1200" dirty="0"/>
        </a:p>
      </dsp:txBody>
      <dsp:txXfrm>
        <a:off x="6536190" y="4706075"/>
        <a:ext cx="1007404" cy="625496"/>
      </dsp:txXfrm>
    </dsp:sp>
    <dsp:sp modelId="{1A92E942-9F8C-4AE7-8719-697D4A96DE33}">
      <dsp:nvSpPr>
        <dsp:cNvPr id="0" name=""/>
        <dsp:cNvSpPr/>
      </dsp:nvSpPr>
      <dsp:spPr>
        <a:xfrm>
          <a:off x="7679313" y="4576169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3925B-5BA2-4131-B1B5-E32905427A34}">
      <dsp:nvSpPr>
        <dsp:cNvPr id="0" name=""/>
        <dsp:cNvSpPr/>
      </dsp:nvSpPr>
      <dsp:spPr>
        <a:xfrm>
          <a:off x="7795571" y="4686615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Does any of the suppliers from this 10 are compititors?</a:t>
          </a:r>
        </a:p>
      </dsp:txBody>
      <dsp:txXfrm>
        <a:off x="7815031" y="4706075"/>
        <a:ext cx="1007404" cy="625496"/>
      </dsp:txXfrm>
    </dsp:sp>
    <dsp:sp modelId="{34052023-C1A6-4FCF-A195-920DF5C965F7}">
      <dsp:nvSpPr>
        <dsp:cNvPr id="0" name=""/>
        <dsp:cNvSpPr/>
      </dsp:nvSpPr>
      <dsp:spPr>
        <a:xfrm>
          <a:off x="8958154" y="4576169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6E10F-66A5-4FEA-B250-832D28A9FCD6}">
      <dsp:nvSpPr>
        <dsp:cNvPr id="0" name=""/>
        <dsp:cNvSpPr/>
      </dsp:nvSpPr>
      <dsp:spPr>
        <a:xfrm>
          <a:off x="9074412" y="4686615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How much benefits we will get as we advertise their brand?</a:t>
          </a:r>
          <a:endParaRPr lang="en-US" sz="800" kern="1200" dirty="0"/>
        </a:p>
      </dsp:txBody>
      <dsp:txXfrm>
        <a:off x="9093872" y="4706075"/>
        <a:ext cx="1007404" cy="625496"/>
      </dsp:txXfrm>
    </dsp:sp>
    <dsp:sp modelId="{2E6D7162-7F8D-420D-AB67-7310AB00B75E}">
      <dsp:nvSpPr>
        <dsp:cNvPr id="0" name=""/>
        <dsp:cNvSpPr/>
      </dsp:nvSpPr>
      <dsp:spPr>
        <a:xfrm>
          <a:off x="10236995" y="4576169"/>
          <a:ext cx="1046324" cy="6644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A0C58-D41C-4649-B261-2294A652D03A}">
      <dsp:nvSpPr>
        <dsp:cNvPr id="0" name=""/>
        <dsp:cNvSpPr/>
      </dsp:nvSpPr>
      <dsp:spPr>
        <a:xfrm>
          <a:off x="10353253" y="4686615"/>
          <a:ext cx="1046324" cy="664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ptos"/>
            </a:rPr>
            <a:t>What is in it for the customers?</a:t>
          </a:r>
        </a:p>
      </dsp:txBody>
      <dsp:txXfrm>
        <a:off x="10372713" y="4706075"/>
        <a:ext cx="1007404" cy="6254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CD6F50-BC6D-4D84-A812-23D4273A99EF}">
      <dsp:nvSpPr>
        <dsp:cNvPr id="0" name=""/>
        <dsp:cNvSpPr/>
      </dsp:nvSpPr>
      <dsp:spPr>
        <a:xfrm>
          <a:off x="0" y="2249487"/>
          <a:ext cx="10373581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2B5259-2B49-4F13-9F83-223191A18DB3}">
      <dsp:nvSpPr>
        <dsp:cNvPr id="0" name=""/>
        <dsp:cNvSpPr/>
      </dsp:nvSpPr>
      <dsp:spPr>
        <a:xfrm rot="8100000">
          <a:off x="64601" y="533309"/>
          <a:ext cx="301069" cy="301069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644C2B0-71D1-4FF9-9875-231DA414BA48}">
      <dsp:nvSpPr>
        <dsp:cNvPr id="0" name=""/>
        <dsp:cNvSpPr/>
      </dsp:nvSpPr>
      <dsp:spPr>
        <a:xfrm>
          <a:off x="98047" y="566755"/>
          <a:ext cx="234176" cy="23417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370D3-BA50-4546-84EC-42242483228A}">
      <dsp:nvSpPr>
        <dsp:cNvPr id="0" name=""/>
        <dsp:cNvSpPr/>
      </dsp:nvSpPr>
      <dsp:spPr>
        <a:xfrm>
          <a:off x="428024" y="917790"/>
          <a:ext cx="1314128" cy="133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F41B45-1A8F-4B98-8397-A2B988C5271F}">
      <dsp:nvSpPr>
        <dsp:cNvPr id="0" name=""/>
        <dsp:cNvSpPr/>
      </dsp:nvSpPr>
      <dsp:spPr>
        <a:xfrm>
          <a:off x="428024" y="449897"/>
          <a:ext cx="1314128" cy="46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Define campaign goals.</a:t>
          </a:r>
          <a:endParaRPr lang="en-US" sz="1300" kern="1200" dirty="0">
            <a:latin typeface="Aptos"/>
          </a:endParaRPr>
        </a:p>
      </dsp:txBody>
      <dsp:txXfrm>
        <a:off x="428024" y="449897"/>
        <a:ext cx="1314128" cy="467893"/>
      </dsp:txXfrm>
    </dsp:sp>
    <dsp:sp modelId="{4DB41D12-EF68-4D3D-A04B-DDBC3F3A17BE}">
      <dsp:nvSpPr>
        <dsp:cNvPr id="0" name=""/>
        <dsp:cNvSpPr/>
      </dsp:nvSpPr>
      <dsp:spPr>
        <a:xfrm>
          <a:off x="215136" y="917790"/>
          <a:ext cx="0" cy="1331696"/>
        </a:xfrm>
        <a:prstGeom prst="line">
          <a:avLst/>
        </a:prstGeom>
        <a:noFill/>
        <a:ln w="12700" cap="flat" cmpd="sng" algn="ctr">
          <a:solidFill>
            <a:schemeClr val="accent1">
              <a:shade val="90000"/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7B4FBC-5971-4B5E-BE6E-BE9BB3D048DD}">
      <dsp:nvSpPr>
        <dsp:cNvPr id="0" name=""/>
        <dsp:cNvSpPr/>
      </dsp:nvSpPr>
      <dsp:spPr>
        <a:xfrm>
          <a:off x="197874" y="2207377"/>
          <a:ext cx="76639" cy="84220"/>
        </a:xfrm>
        <a:prstGeom prst="ellipse">
          <a:avLst/>
        </a:prstGeom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9F7696A2-ECFF-4D03-8CF0-BB305435AC9D}">
      <dsp:nvSpPr>
        <dsp:cNvPr id="0" name=""/>
        <dsp:cNvSpPr/>
      </dsp:nvSpPr>
      <dsp:spPr>
        <a:xfrm rot="18900000">
          <a:off x="934492" y="3664745"/>
          <a:ext cx="300770" cy="30077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1">
                <a:shade val="50000"/>
                <a:hueOff val="-58297"/>
                <a:satOff val="-990"/>
                <a:lumOff val="754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-58297"/>
                <a:satOff val="-990"/>
                <a:lumOff val="754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-58297"/>
                <a:satOff val="-990"/>
                <a:lumOff val="754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-58297"/>
              <a:satOff val="-990"/>
              <a:lumOff val="754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21DB1B0-2D53-48F0-A109-93A38AFB5225}">
      <dsp:nvSpPr>
        <dsp:cNvPr id="0" name=""/>
        <dsp:cNvSpPr/>
      </dsp:nvSpPr>
      <dsp:spPr>
        <a:xfrm>
          <a:off x="967904" y="3698158"/>
          <a:ext cx="233944" cy="23394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35EEE5-9194-4119-AF93-B7FE4CB38E86}">
      <dsp:nvSpPr>
        <dsp:cNvPr id="0" name=""/>
        <dsp:cNvSpPr/>
      </dsp:nvSpPr>
      <dsp:spPr>
        <a:xfrm>
          <a:off x="1297553" y="2249487"/>
          <a:ext cx="1307516" cy="133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808F95-BE95-43C7-B158-06F8A849B1BC}">
      <dsp:nvSpPr>
        <dsp:cNvPr id="0" name=""/>
        <dsp:cNvSpPr/>
      </dsp:nvSpPr>
      <dsp:spPr>
        <a:xfrm>
          <a:off x="1297553" y="3581184"/>
          <a:ext cx="1307516" cy="46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1" kern="1200" dirty="0"/>
            <a:t>Establish clear marketing objectives (brand awareness, sales growth, market expansion).</a:t>
          </a:r>
        </a:p>
      </dsp:txBody>
      <dsp:txXfrm>
        <a:off x="1297553" y="3581184"/>
        <a:ext cx="1307516" cy="467893"/>
      </dsp:txXfrm>
    </dsp:sp>
    <dsp:sp modelId="{D95A1828-B38A-4E63-821B-C19F0B4356AB}">
      <dsp:nvSpPr>
        <dsp:cNvPr id="0" name=""/>
        <dsp:cNvSpPr/>
      </dsp:nvSpPr>
      <dsp:spPr>
        <a:xfrm>
          <a:off x="1084877" y="2249487"/>
          <a:ext cx="0" cy="1331696"/>
        </a:xfrm>
        <a:prstGeom prst="line">
          <a:avLst/>
        </a:prstGeom>
        <a:noFill/>
        <a:ln w="12700" cap="flat" cmpd="sng" algn="ctr">
          <a:solidFill>
            <a:schemeClr val="accent1">
              <a:shade val="90000"/>
              <a:hueOff val="-55470"/>
              <a:satOff val="-1061"/>
              <a:lumOff val="5218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B161E0-27BB-4725-9C77-8D87EB0BC91A}">
      <dsp:nvSpPr>
        <dsp:cNvPr id="0" name=""/>
        <dsp:cNvSpPr/>
      </dsp:nvSpPr>
      <dsp:spPr>
        <a:xfrm>
          <a:off x="1067865" y="2207377"/>
          <a:ext cx="76563" cy="84220"/>
        </a:xfrm>
        <a:prstGeom prst="ellipse">
          <a:avLst/>
        </a:prstGeom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1C4BF945-E6A6-4E24-912B-ECC756C08B05}">
      <dsp:nvSpPr>
        <dsp:cNvPr id="0" name=""/>
        <dsp:cNvSpPr/>
      </dsp:nvSpPr>
      <dsp:spPr>
        <a:xfrm rot="8100000">
          <a:off x="1797410" y="533459"/>
          <a:ext cx="300770" cy="30077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1">
                <a:shade val="50000"/>
                <a:hueOff val="-116593"/>
                <a:satOff val="-1980"/>
                <a:lumOff val="1508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-116593"/>
                <a:satOff val="-1980"/>
                <a:lumOff val="1508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-116593"/>
                <a:satOff val="-1980"/>
                <a:lumOff val="1508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-116593"/>
              <a:satOff val="-1980"/>
              <a:lumOff val="150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0E48BDB-0EE5-4D41-A1CB-EBE03C8C1D14}">
      <dsp:nvSpPr>
        <dsp:cNvPr id="0" name=""/>
        <dsp:cNvSpPr/>
      </dsp:nvSpPr>
      <dsp:spPr>
        <a:xfrm>
          <a:off x="1830822" y="566871"/>
          <a:ext cx="233944" cy="23394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DD80B-FD1E-4275-9141-6E7354FC94CE}">
      <dsp:nvSpPr>
        <dsp:cNvPr id="0" name=""/>
        <dsp:cNvSpPr/>
      </dsp:nvSpPr>
      <dsp:spPr>
        <a:xfrm>
          <a:off x="2160471" y="917790"/>
          <a:ext cx="1307516" cy="133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14A04A-1EBC-4200-B667-071FB82EFCE6}">
      <dsp:nvSpPr>
        <dsp:cNvPr id="0" name=""/>
        <dsp:cNvSpPr/>
      </dsp:nvSpPr>
      <dsp:spPr>
        <a:xfrm>
          <a:off x="2160471" y="449897"/>
          <a:ext cx="1307516" cy="46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Segment suppliers by product category.</a:t>
          </a:r>
        </a:p>
      </dsp:txBody>
      <dsp:txXfrm>
        <a:off x="2160471" y="449897"/>
        <a:ext cx="1307516" cy="467893"/>
      </dsp:txXfrm>
    </dsp:sp>
    <dsp:sp modelId="{5BF56307-170D-4F72-B05B-FDFCD11EE456}">
      <dsp:nvSpPr>
        <dsp:cNvPr id="0" name=""/>
        <dsp:cNvSpPr/>
      </dsp:nvSpPr>
      <dsp:spPr>
        <a:xfrm>
          <a:off x="1947795" y="917790"/>
          <a:ext cx="0" cy="1331696"/>
        </a:xfrm>
        <a:prstGeom prst="line">
          <a:avLst/>
        </a:prstGeom>
        <a:noFill/>
        <a:ln w="12700" cap="flat" cmpd="sng" algn="ctr">
          <a:solidFill>
            <a:schemeClr val="accent1">
              <a:shade val="90000"/>
              <a:hueOff val="-166409"/>
              <a:satOff val="-3183"/>
              <a:lumOff val="15655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2CAF4B-2401-4E05-AD16-D03BE9139335}">
      <dsp:nvSpPr>
        <dsp:cNvPr id="0" name=""/>
        <dsp:cNvSpPr/>
      </dsp:nvSpPr>
      <dsp:spPr>
        <a:xfrm>
          <a:off x="1930783" y="2207377"/>
          <a:ext cx="76563" cy="84220"/>
        </a:xfrm>
        <a:prstGeom prst="ellipse">
          <a:avLst/>
        </a:prstGeom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24DCD1BF-2A41-4050-BADC-F99109E306F6}">
      <dsp:nvSpPr>
        <dsp:cNvPr id="0" name=""/>
        <dsp:cNvSpPr/>
      </dsp:nvSpPr>
      <dsp:spPr>
        <a:xfrm rot="18900000">
          <a:off x="2660328" y="3664745"/>
          <a:ext cx="300770" cy="30077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1">
                <a:shade val="50000"/>
                <a:hueOff val="-174890"/>
                <a:satOff val="-2970"/>
                <a:lumOff val="2262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-174890"/>
                <a:satOff val="-2970"/>
                <a:lumOff val="2262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-174890"/>
                <a:satOff val="-2970"/>
                <a:lumOff val="2262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-174890"/>
              <a:satOff val="-2970"/>
              <a:lumOff val="2262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6600BAF-321E-4026-B7D5-F8D8C39DB1E2}">
      <dsp:nvSpPr>
        <dsp:cNvPr id="0" name=""/>
        <dsp:cNvSpPr/>
      </dsp:nvSpPr>
      <dsp:spPr>
        <a:xfrm>
          <a:off x="2693741" y="3698158"/>
          <a:ext cx="233944" cy="23394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4017B-0A83-4FCD-94A3-58D35E0F9B93}">
      <dsp:nvSpPr>
        <dsp:cNvPr id="0" name=""/>
        <dsp:cNvSpPr/>
      </dsp:nvSpPr>
      <dsp:spPr>
        <a:xfrm>
          <a:off x="3023389" y="2249487"/>
          <a:ext cx="1307516" cy="133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7A50C9-E389-4574-AC61-E11B11C6A626}">
      <dsp:nvSpPr>
        <dsp:cNvPr id="0" name=""/>
        <dsp:cNvSpPr/>
      </dsp:nvSpPr>
      <dsp:spPr>
        <a:xfrm>
          <a:off x="3023389" y="3581184"/>
          <a:ext cx="1307516" cy="46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Assess supplier performance and customer demand.</a:t>
          </a:r>
        </a:p>
      </dsp:txBody>
      <dsp:txXfrm>
        <a:off x="3023389" y="3581184"/>
        <a:ext cx="1307516" cy="467893"/>
      </dsp:txXfrm>
    </dsp:sp>
    <dsp:sp modelId="{F2921DD5-D48D-4B54-B9E0-6DB9716BCB1C}">
      <dsp:nvSpPr>
        <dsp:cNvPr id="0" name=""/>
        <dsp:cNvSpPr/>
      </dsp:nvSpPr>
      <dsp:spPr>
        <a:xfrm>
          <a:off x="2810713" y="2249487"/>
          <a:ext cx="0" cy="1331696"/>
        </a:xfrm>
        <a:prstGeom prst="line">
          <a:avLst/>
        </a:prstGeom>
        <a:noFill/>
        <a:ln w="12700" cap="flat" cmpd="sng" algn="ctr">
          <a:solidFill>
            <a:schemeClr val="accent1">
              <a:shade val="90000"/>
              <a:hueOff val="-221879"/>
              <a:satOff val="-4244"/>
              <a:lumOff val="20873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A32D87-B8E6-4D97-A599-C9003640199E}">
      <dsp:nvSpPr>
        <dsp:cNvPr id="0" name=""/>
        <dsp:cNvSpPr/>
      </dsp:nvSpPr>
      <dsp:spPr>
        <a:xfrm>
          <a:off x="2793701" y="2207377"/>
          <a:ext cx="76563" cy="84220"/>
        </a:xfrm>
        <a:prstGeom prst="ellipse">
          <a:avLst/>
        </a:prstGeom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40BC4C9C-EF33-438B-B301-1D2386CF5807}">
      <dsp:nvSpPr>
        <dsp:cNvPr id="0" name=""/>
        <dsp:cNvSpPr/>
      </dsp:nvSpPr>
      <dsp:spPr>
        <a:xfrm rot="8100000">
          <a:off x="3523246" y="533459"/>
          <a:ext cx="300770" cy="30077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1">
                <a:shade val="50000"/>
                <a:hueOff val="-233186"/>
                <a:satOff val="-3960"/>
                <a:lumOff val="3016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-233186"/>
                <a:satOff val="-3960"/>
                <a:lumOff val="3016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-233186"/>
                <a:satOff val="-3960"/>
                <a:lumOff val="3016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-233186"/>
              <a:satOff val="-3960"/>
              <a:lumOff val="301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BED0CF5-F33C-44FC-9C8A-6C88E01D59B9}">
      <dsp:nvSpPr>
        <dsp:cNvPr id="0" name=""/>
        <dsp:cNvSpPr/>
      </dsp:nvSpPr>
      <dsp:spPr>
        <a:xfrm>
          <a:off x="3556659" y="566871"/>
          <a:ext cx="233944" cy="23394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9839FA-3A86-4934-8DC2-D19223329319}">
      <dsp:nvSpPr>
        <dsp:cNvPr id="0" name=""/>
        <dsp:cNvSpPr/>
      </dsp:nvSpPr>
      <dsp:spPr>
        <a:xfrm>
          <a:off x="3886308" y="917790"/>
          <a:ext cx="1307516" cy="133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0EB5C2-9E99-4FBF-BFD4-DE51A5A6CC0D}">
      <dsp:nvSpPr>
        <dsp:cNvPr id="0" name=""/>
        <dsp:cNvSpPr/>
      </dsp:nvSpPr>
      <dsp:spPr>
        <a:xfrm>
          <a:off x="3886308" y="449897"/>
          <a:ext cx="1307516" cy="46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Consider supplier reputation and brand alignment.</a:t>
          </a:r>
        </a:p>
      </dsp:txBody>
      <dsp:txXfrm>
        <a:off x="3886308" y="449897"/>
        <a:ext cx="1307516" cy="467893"/>
      </dsp:txXfrm>
    </dsp:sp>
    <dsp:sp modelId="{E34C858B-82C0-4917-A648-9CEFA28DCF4C}">
      <dsp:nvSpPr>
        <dsp:cNvPr id="0" name=""/>
        <dsp:cNvSpPr/>
      </dsp:nvSpPr>
      <dsp:spPr>
        <a:xfrm>
          <a:off x="3673631" y="917790"/>
          <a:ext cx="0" cy="1331696"/>
        </a:xfrm>
        <a:prstGeom prst="line">
          <a:avLst/>
        </a:prstGeom>
        <a:noFill/>
        <a:ln w="12700" cap="flat" cmpd="sng" algn="ctr">
          <a:solidFill>
            <a:schemeClr val="accent1">
              <a:shade val="90000"/>
              <a:hueOff val="-277348"/>
              <a:satOff val="-5305"/>
              <a:lumOff val="26092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E7F4EE-9668-4315-B109-31925EEF8888}">
      <dsp:nvSpPr>
        <dsp:cNvPr id="0" name=""/>
        <dsp:cNvSpPr/>
      </dsp:nvSpPr>
      <dsp:spPr>
        <a:xfrm>
          <a:off x="3656619" y="2207377"/>
          <a:ext cx="76563" cy="84220"/>
        </a:xfrm>
        <a:prstGeom prst="ellipse">
          <a:avLst/>
        </a:prstGeom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16DE5B2E-D687-4B34-BDAC-9C2F0061F41B}">
      <dsp:nvSpPr>
        <dsp:cNvPr id="0" name=""/>
        <dsp:cNvSpPr/>
      </dsp:nvSpPr>
      <dsp:spPr>
        <a:xfrm rot="18900000">
          <a:off x="4386164" y="3664745"/>
          <a:ext cx="300770" cy="30077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1">
                <a:shade val="50000"/>
                <a:hueOff val="-291483"/>
                <a:satOff val="-4950"/>
                <a:lumOff val="3770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-291483"/>
                <a:satOff val="-4950"/>
                <a:lumOff val="3770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-291483"/>
                <a:satOff val="-4950"/>
                <a:lumOff val="3770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-291483"/>
              <a:satOff val="-4950"/>
              <a:lumOff val="377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5E8F93D-3BD5-4DD8-AD81-0152CDAB224B}">
      <dsp:nvSpPr>
        <dsp:cNvPr id="0" name=""/>
        <dsp:cNvSpPr/>
      </dsp:nvSpPr>
      <dsp:spPr>
        <a:xfrm>
          <a:off x="4419577" y="3698158"/>
          <a:ext cx="233944" cy="23394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6AE8A-DA45-4E2A-BAC5-89E67D9E9BBF}">
      <dsp:nvSpPr>
        <dsp:cNvPr id="0" name=""/>
        <dsp:cNvSpPr/>
      </dsp:nvSpPr>
      <dsp:spPr>
        <a:xfrm>
          <a:off x="4749226" y="2249487"/>
          <a:ext cx="1307516" cy="133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802996-4477-4929-9AD8-ACDF9DC991ED}">
      <dsp:nvSpPr>
        <dsp:cNvPr id="0" name=""/>
        <dsp:cNvSpPr/>
      </dsp:nvSpPr>
      <dsp:spPr>
        <a:xfrm>
          <a:off x="4749226" y="3581184"/>
          <a:ext cx="1307516" cy="46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Evaluate supplier digital presence and capabilities.</a:t>
          </a:r>
        </a:p>
      </dsp:txBody>
      <dsp:txXfrm>
        <a:off x="4749226" y="3581184"/>
        <a:ext cx="1307516" cy="467893"/>
      </dsp:txXfrm>
    </dsp:sp>
    <dsp:sp modelId="{45C38043-7AA5-45E1-A513-1E3485D528CE}">
      <dsp:nvSpPr>
        <dsp:cNvPr id="0" name=""/>
        <dsp:cNvSpPr/>
      </dsp:nvSpPr>
      <dsp:spPr>
        <a:xfrm>
          <a:off x="4536549" y="2249487"/>
          <a:ext cx="0" cy="1331696"/>
        </a:xfrm>
        <a:prstGeom prst="line">
          <a:avLst/>
        </a:prstGeom>
        <a:noFill/>
        <a:ln w="12700" cap="flat" cmpd="sng" algn="ctr">
          <a:solidFill>
            <a:schemeClr val="accent1">
              <a:shade val="90000"/>
              <a:hueOff val="-332818"/>
              <a:satOff val="-6366"/>
              <a:lumOff val="3131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18C264-6CEF-4BE3-8A87-7E45CF32620F}">
      <dsp:nvSpPr>
        <dsp:cNvPr id="0" name=""/>
        <dsp:cNvSpPr/>
      </dsp:nvSpPr>
      <dsp:spPr>
        <a:xfrm>
          <a:off x="4519537" y="2207377"/>
          <a:ext cx="76563" cy="84220"/>
        </a:xfrm>
        <a:prstGeom prst="ellipse">
          <a:avLst/>
        </a:prstGeom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A560051F-696E-450D-9B58-2334E0648D54}">
      <dsp:nvSpPr>
        <dsp:cNvPr id="0" name=""/>
        <dsp:cNvSpPr/>
      </dsp:nvSpPr>
      <dsp:spPr>
        <a:xfrm rot="8100000">
          <a:off x="5249082" y="533459"/>
          <a:ext cx="300770" cy="30077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1">
                <a:shade val="50000"/>
                <a:hueOff val="-291483"/>
                <a:satOff val="-4950"/>
                <a:lumOff val="3770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-291483"/>
                <a:satOff val="-4950"/>
                <a:lumOff val="3770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-291483"/>
                <a:satOff val="-4950"/>
                <a:lumOff val="3770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-291483"/>
              <a:satOff val="-4950"/>
              <a:lumOff val="377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A7E9B98-EE7C-4820-A3EE-5A2B2A71843B}">
      <dsp:nvSpPr>
        <dsp:cNvPr id="0" name=""/>
        <dsp:cNvSpPr/>
      </dsp:nvSpPr>
      <dsp:spPr>
        <a:xfrm>
          <a:off x="5282495" y="566871"/>
          <a:ext cx="233944" cy="23394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79844-0116-44B8-8EEA-0CD474E1BF9A}">
      <dsp:nvSpPr>
        <dsp:cNvPr id="0" name=""/>
        <dsp:cNvSpPr/>
      </dsp:nvSpPr>
      <dsp:spPr>
        <a:xfrm>
          <a:off x="5612144" y="917790"/>
          <a:ext cx="1307516" cy="133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2B4076-B8B8-4BB6-A987-F63C89728A45}">
      <dsp:nvSpPr>
        <dsp:cNvPr id="0" name=""/>
        <dsp:cNvSpPr/>
      </dsp:nvSpPr>
      <dsp:spPr>
        <a:xfrm>
          <a:off x="5612144" y="449897"/>
          <a:ext cx="1307516" cy="46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Analyze cost and ROI potential.</a:t>
          </a:r>
        </a:p>
      </dsp:txBody>
      <dsp:txXfrm>
        <a:off x="5612144" y="449897"/>
        <a:ext cx="1307516" cy="467893"/>
      </dsp:txXfrm>
    </dsp:sp>
    <dsp:sp modelId="{14451EAB-B6FF-486C-8011-8293809215CF}">
      <dsp:nvSpPr>
        <dsp:cNvPr id="0" name=""/>
        <dsp:cNvSpPr/>
      </dsp:nvSpPr>
      <dsp:spPr>
        <a:xfrm>
          <a:off x="5399467" y="917790"/>
          <a:ext cx="0" cy="1331696"/>
        </a:xfrm>
        <a:prstGeom prst="line">
          <a:avLst/>
        </a:prstGeom>
        <a:noFill/>
        <a:ln w="12700" cap="flat" cmpd="sng" algn="ctr">
          <a:solidFill>
            <a:schemeClr val="accent1">
              <a:shade val="90000"/>
              <a:hueOff val="-277348"/>
              <a:satOff val="-5305"/>
              <a:lumOff val="26092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2A93F0-1CD1-491D-BB53-ECE8FD725647}">
      <dsp:nvSpPr>
        <dsp:cNvPr id="0" name=""/>
        <dsp:cNvSpPr/>
      </dsp:nvSpPr>
      <dsp:spPr>
        <a:xfrm>
          <a:off x="5382455" y="2207377"/>
          <a:ext cx="76563" cy="84220"/>
        </a:xfrm>
        <a:prstGeom prst="ellipse">
          <a:avLst/>
        </a:prstGeom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C4E8D3D3-EE3B-4BBA-B5F2-D016F04FADE4}">
      <dsp:nvSpPr>
        <dsp:cNvPr id="0" name=""/>
        <dsp:cNvSpPr/>
      </dsp:nvSpPr>
      <dsp:spPr>
        <a:xfrm rot="18900000">
          <a:off x="6112000" y="3664745"/>
          <a:ext cx="300770" cy="30077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1">
                <a:shade val="50000"/>
                <a:hueOff val="-233186"/>
                <a:satOff val="-3960"/>
                <a:lumOff val="3016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-233186"/>
                <a:satOff val="-3960"/>
                <a:lumOff val="3016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-233186"/>
                <a:satOff val="-3960"/>
                <a:lumOff val="3016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-233186"/>
              <a:satOff val="-3960"/>
              <a:lumOff val="301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0896814-1B1D-454F-A2C5-C19001E64D67}">
      <dsp:nvSpPr>
        <dsp:cNvPr id="0" name=""/>
        <dsp:cNvSpPr/>
      </dsp:nvSpPr>
      <dsp:spPr>
        <a:xfrm>
          <a:off x="6145413" y="3698158"/>
          <a:ext cx="233944" cy="23394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591D9A-7FC8-4F74-A5CB-5C5712183EAD}">
      <dsp:nvSpPr>
        <dsp:cNvPr id="0" name=""/>
        <dsp:cNvSpPr/>
      </dsp:nvSpPr>
      <dsp:spPr>
        <a:xfrm>
          <a:off x="6475062" y="2249487"/>
          <a:ext cx="1307516" cy="133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D82780-1F9F-47B5-937E-130C39B41D81}">
      <dsp:nvSpPr>
        <dsp:cNvPr id="0" name=""/>
        <dsp:cNvSpPr/>
      </dsp:nvSpPr>
      <dsp:spPr>
        <a:xfrm>
          <a:off x="6475062" y="3581184"/>
          <a:ext cx="1307516" cy="46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Target geographically relevant suppliers.</a:t>
          </a:r>
        </a:p>
      </dsp:txBody>
      <dsp:txXfrm>
        <a:off x="6475062" y="3581184"/>
        <a:ext cx="1307516" cy="467893"/>
      </dsp:txXfrm>
    </dsp:sp>
    <dsp:sp modelId="{80E39F69-1A1F-49EB-8A35-25E3F1998856}">
      <dsp:nvSpPr>
        <dsp:cNvPr id="0" name=""/>
        <dsp:cNvSpPr/>
      </dsp:nvSpPr>
      <dsp:spPr>
        <a:xfrm>
          <a:off x="6262385" y="2249487"/>
          <a:ext cx="0" cy="1331696"/>
        </a:xfrm>
        <a:prstGeom prst="line">
          <a:avLst/>
        </a:prstGeom>
        <a:noFill/>
        <a:ln w="12700" cap="flat" cmpd="sng" algn="ctr">
          <a:solidFill>
            <a:schemeClr val="accent1">
              <a:shade val="90000"/>
              <a:hueOff val="-221879"/>
              <a:satOff val="-4244"/>
              <a:lumOff val="20873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F8797E-B217-42A1-8720-98A0E44D6EE1}">
      <dsp:nvSpPr>
        <dsp:cNvPr id="0" name=""/>
        <dsp:cNvSpPr/>
      </dsp:nvSpPr>
      <dsp:spPr>
        <a:xfrm>
          <a:off x="6245373" y="2207377"/>
          <a:ext cx="76563" cy="84220"/>
        </a:xfrm>
        <a:prstGeom prst="ellipse">
          <a:avLst/>
        </a:prstGeom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807774D8-9995-44D1-BF51-ADD027E358E7}">
      <dsp:nvSpPr>
        <dsp:cNvPr id="0" name=""/>
        <dsp:cNvSpPr/>
      </dsp:nvSpPr>
      <dsp:spPr>
        <a:xfrm rot="8100000">
          <a:off x="6974918" y="533459"/>
          <a:ext cx="300770" cy="30077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1">
                <a:shade val="50000"/>
                <a:hueOff val="-174890"/>
                <a:satOff val="-2970"/>
                <a:lumOff val="2262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-174890"/>
                <a:satOff val="-2970"/>
                <a:lumOff val="2262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-174890"/>
                <a:satOff val="-2970"/>
                <a:lumOff val="2262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-174890"/>
              <a:satOff val="-2970"/>
              <a:lumOff val="2262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523509A-329A-4FBF-8E45-03B637F717F9}">
      <dsp:nvSpPr>
        <dsp:cNvPr id="0" name=""/>
        <dsp:cNvSpPr/>
      </dsp:nvSpPr>
      <dsp:spPr>
        <a:xfrm>
          <a:off x="7008331" y="566871"/>
          <a:ext cx="233944" cy="23394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1FFF37-8DF4-438A-BF04-858899745B74}">
      <dsp:nvSpPr>
        <dsp:cNvPr id="0" name=""/>
        <dsp:cNvSpPr/>
      </dsp:nvSpPr>
      <dsp:spPr>
        <a:xfrm>
          <a:off x="7337980" y="917790"/>
          <a:ext cx="1307516" cy="133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7CC4B8-7D27-4DE2-AC7E-9EC3CE33DC5F}">
      <dsp:nvSpPr>
        <dsp:cNvPr id="0" name=""/>
        <dsp:cNvSpPr/>
      </dsp:nvSpPr>
      <dsp:spPr>
        <a:xfrm>
          <a:off x="7337980" y="449897"/>
          <a:ext cx="1307516" cy="46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Collaborate closely with suppliers willing to support campaigns.</a:t>
          </a:r>
        </a:p>
      </dsp:txBody>
      <dsp:txXfrm>
        <a:off x="7337980" y="449897"/>
        <a:ext cx="1307516" cy="467893"/>
      </dsp:txXfrm>
    </dsp:sp>
    <dsp:sp modelId="{83A14896-4F47-4F63-B030-1E85D0D6840D}">
      <dsp:nvSpPr>
        <dsp:cNvPr id="0" name=""/>
        <dsp:cNvSpPr/>
      </dsp:nvSpPr>
      <dsp:spPr>
        <a:xfrm>
          <a:off x="7125303" y="917790"/>
          <a:ext cx="0" cy="1331696"/>
        </a:xfrm>
        <a:prstGeom prst="line">
          <a:avLst/>
        </a:prstGeom>
        <a:noFill/>
        <a:ln w="12700" cap="flat" cmpd="sng" algn="ctr">
          <a:solidFill>
            <a:schemeClr val="accent1">
              <a:shade val="90000"/>
              <a:hueOff val="-166409"/>
              <a:satOff val="-3183"/>
              <a:lumOff val="15655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C58A0A-AA0A-4A01-84AD-C3EB43E9C188}">
      <dsp:nvSpPr>
        <dsp:cNvPr id="0" name=""/>
        <dsp:cNvSpPr/>
      </dsp:nvSpPr>
      <dsp:spPr>
        <a:xfrm>
          <a:off x="7108291" y="2207377"/>
          <a:ext cx="76563" cy="84220"/>
        </a:xfrm>
        <a:prstGeom prst="ellipse">
          <a:avLst/>
        </a:prstGeom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4382F685-7B69-4BFA-82D1-4E3763890076}">
      <dsp:nvSpPr>
        <dsp:cNvPr id="0" name=""/>
        <dsp:cNvSpPr/>
      </dsp:nvSpPr>
      <dsp:spPr>
        <a:xfrm rot="18900000">
          <a:off x="7837836" y="3664745"/>
          <a:ext cx="300770" cy="30077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1">
                <a:shade val="50000"/>
                <a:hueOff val="-116593"/>
                <a:satOff val="-1980"/>
                <a:lumOff val="1508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-116593"/>
                <a:satOff val="-1980"/>
                <a:lumOff val="1508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-116593"/>
                <a:satOff val="-1980"/>
                <a:lumOff val="1508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-116593"/>
              <a:satOff val="-1980"/>
              <a:lumOff val="150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85C1063-A827-459E-A9DB-114B5CEDBE76}">
      <dsp:nvSpPr>
        <dsp:cNvPr id="0" name=""/>
        <dsp:cNvSpPr/>
      </dsp:nvSpPr>
      <dsp:spPr>
        <a:xfrm>
          <a:off x="7871249" y="3698158"/>
          <a:ext cx="233944" cy="23394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187F3C-9725-4796-AD37-41C475727BF3}">
      <dsp:nvSpPr>
        <dsp:cNvPr id="0" name=""/>
        <dsp:cNvSpPr/>
      </dsp:nvSpPr>
      <dsp:spPr>
        <a:xfrm>
          <a:off x="8200898" y="2249487"/>
          <a:ext cx="1307516" cy="133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E81F16-B87C-4395-B4BE-9ED2A0B2B505}">
      <dsp:nvSpPr>
        <dsp:cNvPr id="0" name=""/>
        <dsp:cNvSpPr/>
      </dsp:nvSpPr>
      <dsp:spPr>
        <a:xfrm>
          <a:off x="8200898" y="3581184"/>
          <a:ext cx="1307516" cy="46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Choose appropriate ad channels for each supplier.</a:t>
          </a:r>
        </a:p>
      </dsp:txBody>
      <dsp:txXfrm>
        <a:off x="8200898" y="3581184"/>
        <a:ext cx="1307516" cy="467893"/>
      </dsp:txXfrm>
    </dsp:sp>
    <dsp:sp modelId="{7A3E9C74-4866-4D2F-A4A6-6D30160695FB}">
      <dsp:nvSpPr>
        <dsp:cNvPr id="0" name=""/>
        <dsp:cNvSpPr/>
      </dsp:nvSpPr>
      <dsp:spPr>
        <a:xfrm>
          <a:off x="7988221" y="2249487"/>
          <a:ext cx="0" cy="1331696"/>
        </a:xfrm>
        <a:prstGeom prst="line">
          <a:avLst/>
        </a:prstGeom>
        <a:noFill/>
        <a:ln w="12700" cap="flat" cmpd="sng" algn="ctr">
          <a:solidFill>
            <a:schemeClr val="accent1">
              <a:shade val="90000"/>
              <a:hueOff val="-110939"/>
              <a:satOff val="-2122"/>
              <a:lumOff val="10437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417DD1-F8F2-4F65-A74E-E79DF821F533}">
      <dsp:nvSpPr>
        <dsp:cNvPr id="0" name=""/>
        <dsp:cNvSpPr/>
      </dsp:nvSpPr>
      <dsp:spPr>
        <a:xfrm>
          <a:off x="7971209" y="2207377"/>
          <a:ext cx="76563" cy="84220"/>
        </a:xfrm>
        <a:prstGeom prst="ellipse">
          <a:avLst/>
        </a:prstGeom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0F6D75DF-00DB-4749-B250-BC42FD2AB1AB}">
      <dsp:nvSpPr>
        <dsp:cNvPr id="0" name=""/>
        <dsp:cNvSpPr/>
      </dsp:nvSpPr>
      <dsp:spPr>
        <a:xfrm rot="8100000">
          <a:off x="8700754" y="533459"/>
          <a:ext cx="300770" cy="30077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1">
                <a:shade val="50000"/>
                <a:hueOff val="-58297"/>
                <a:satOff val="-990"/>
                <a:lumOff val="754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-58297"/>
                <a:satOff val="-990"/>
                <a:lumOff val="754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-58297"/>
                <a:satOff val="-990"/>
                <a:lumOff val="754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-58297"/>
              <a:satOff val="-990"/>
              <a:lumOff val="754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EAE356A-3E24-4290-A5BB-F00E00B7A9D9}">
      <dsp:nvSpPr>
        <dsp:cNvPr id="0" name=""/>
        <dsp:cNvSpPr/>
      </dsp:nvSpPr>
      <dsp:spPr>
        <a:xfrm>
          <a:off x="8734167" y="566871"/>
          <a:ext cx="233944" cy="23394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4131F-1E29-4F72-AB53-23A9DD3D6CD6}">
      <dsp:nvSpPr>
        <dsp:cNvPr id="0" name=""/>
        <dsp:cNvSpPr/>
      </dsp:nvSpPr>
      <dsp:spPr>
        <a:xfrm>
          <a:off x="9063816" y="917790"/>
          <a:ext cx="1307516" cy="133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44C4C9-F157-46E1-A36D-A795E6456798}">
      <dsp:nvSpPr>
        <dsp:cNvPr id="0" name=""/>
        <dsp:cNvSpPr/>
      </dsp:nvSpPr>
      <dsp:spPr>
        <a:xfrm>
          <a:off x="9063816" y="449897"/>
          <a:ext cx="1307516" cy="46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Track and measure campaign results to optimize future strategies.</a:t>
          </a:r>
        </a:p>
      </dsp:txBody>
      <dsp:txXfrm>
        <a:off x="9063816" y="449897"/>
        <a:ext cx="1307516" cy="467893"/>
      </dsp:txXfrm>
    </dsp:sp>
    <dsp:sp modelId="{EAA1EC8C-FAA9-48AF-BF6F-B517F5BC5117}">
      <dsp:nvSpPr>
        <dsp:cNvPr id="0" name=""/>
        <dsp:cNvSpPr/>
      </dsp:nvSpPr>
      <dsp:spPr>
        <a:xfrm>
          <a:off x="8851139" y="917790"/>
          <a:ext cx="0" cy="1331696"/>
        </a:xfrm>
        <a:prstGeom prst="line">
          <a:avLst/>
        </a:prstGeom>
        <a:noFill/>
        <a:ln w="12700" cap="flat" cmpd="sng" algn="ctr">
          <a:solidFill>
            <a:schemeClr val="accent1">
              <a:shade val="90000"/>
              <a:hueOff val="-55470"/>
              <a:satOff val="-1061"/>
              <a:lumOff val="5218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FEA1A5-811C-42C9-9554-5024D049ED62}">
      <dsp:nvSpPr>
        <dsp:cNvPr id="0" name=""/>
        <dsp:cNvSpPr/>
      </dsp:nvSpPr>
      <dsp:spPr>
        <a:xfrm>
          <a:off x="8834127" y="2207377"/>
          <a:ext cx="76563" cy="84220"/>
        </a:xfrm>
        <a:prstGeom prst="ellipse">
          <a:avLst/>
        </a:prstGeom>
        <a:gradFill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820F9E-9347-41BC-ACF4-D98CF34EECC4}">
      <dsp:nvSpPr>
        <dsp:cNvPr id="0" name=""/>
        <dsp:cNvSpPr/>
      </dsp:nvSpPr>
      <dsp:spPr>
        <a:xfrm>
          <a:off x="8907804" y="4249168"/>
          <a:ext cx="1498886" cy="2377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38"/>
              </a:lnTo>
              <a:lnTo>
                <a:pt x="1498886" y="162038"/>
              </a:lnTo>
              <a:lnTo>
                <a:pt x="1498886" y="2377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75C3EE-09F8-42F1-B36B-8433B51CCEF5}">
      <dsp:nvSpPr>
        <dsp:cNvPr id="0" name=""/>
        <dsp:cNvSpPr/>
      </dsp:nvSpPr>
      <dsp:spPr>
        <a:xfrm>
          <a:off x="8907804" y="4249168"/>
          <a:ext cx="499628" cy="2377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38"/>
              </a:lnTo>
              <a:lnTo>
                <a:pt x="499628" y="162038"/>
              </a:lnTo>
              <a:lnTo>
                <a:pt x="499628" y="2377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4C5B49-0662-4867-9FA8-0B7F79246A99}">
      <dsp:nvSpPr>
        <dsp:cNvPr id="0" name=""/>
        <dsp:cNvSpPr/>
      </dsp:nvSpPr>
      <dsp:spPr>
        <a:xfrm>
          <a:off x="8408175" y="4249168"/>
          <a:ext cx="499628" cy="237777"/>
        </a:xfrm>
        <a:custGeom>
          <a:avLst/>
          <a:gdLst/>
          <a:ahLst/>
          <a:cxnLst/>
          <a:rect l="0" t="0" r="0" b="0"/>
          <a:pathLst>
            <a:path>
              <a:moveTo>
                <a:pt x="499628" y="0"/>
              </a:moveTo>
              <a:lnTo>
                <a:pt x="499628" y="162038"/>
              </a:lnTo>
              <a:lnTo>
                <a:pt x="0" y="162038"/>
              </a:lnTo>
              <a:lnTo>
                <a:pt x="0" y="2377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AEDEBB-BAD1-4E39-9F86-CCEB86A970FA}">
      <dsp:nvSpPr>
        <dsp:cNvPr id="0" name=""/>
        <dsp:cNvSpPr/>
      </dsp:nvSpPr>
      <dsp:spPr>
        <a:xfrm>
          <a:off x="7408917" y="4249168"/>
          <a:ext cx="1498886" cy="237777"/>
        </a:xfrm>
        <a:custGeom>
          <a:avLst/>
          <a:gdLst/>
          <a:ahLst/>
          <a:cxnLst/>
          <a:rect l="0" t="0" r="0" b="0"/>
          <a:pathLst>
            <a:path>
              <a:moveTo>
                <a:pt x="1498886" y="0"/>
              </a:moveTo>
              <a:lnTo>
                <a:pt x="1498886" y="162038"/>
              </a:lnTo>
              <a:lnTo>
                <a:pt x="0" y="162038"/>
              </a:lnTo>
              <a:lnTo>
                <a:pt x="0" y="2377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50DD0C-ED6F-48FC-A7C9-EADC514F0F5A}">
      <dsp:nvSpPr>
        <dsp:cNvPr id="0" name=""/>
        <dsp:cNvSpPr/>
      </dsp:nvSpPr>
      <dsp:spPr>
        <a:xfrm>
          <a:off x="5160588" y="3492230"/>
          <a:ext cx="3747215" cy="2377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38"/>
              </a:lnTo>
              <a:lnTo>
                <a:pt x="3747215" y="162038"/>
              </a:lnTo>
              <a:lnTo>
                <a:pt x="3747215" y="2377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30272E-5C27-4D5E-8014-124639F5AE7C}">
      <dsp:nvSpPr>
        <dsp:cNvPr id="0" name=""/>
        <dsp:cNvSpPr/>
      </dsp:nvSpPr>
      <dsp:spPr>
        <a:xfrm>
          <a:off x="4910773" y="4249168"/>
          <a:ext cx="1498886" cy="2377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38"/>
              </a:lnTo>
              <a:lnTo>
                <a:pt x="1498886" y="162038"/>
              </a:lnTo>
              <a:lnTo>
                <a:pt x="1498886" y="2377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9C9959-9ED4-49CA-A578-BD05CB483EA7}">
      <dsp:nvSpPr>
        <dsp:cNvPr id="0" name=""/>
        <dsp:cNvSpPr/>
      </dsp:nvSpPr>
      <dsp:spPr>
        <a:xfrm>
          <a:off x="4910773" y="4249168"/>
          <a:ext cx="499628" cy="2377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38"/>
              </a:lnTo>
              <a:lnTo>
                <a:pt x="499628" y="162038"/>
              </a:lnTo>
              <a:lnTo>
                <a:pt x="499628" y="2377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BE344-1280-4691-A50B-A013BD4ECC8C}">
      <dsp:nvSpPr>
        <dsp:cNvPr id="0" name=""/>
        <dsp:cNvSpPr/>
      </dsp:nvSpPr>
      <dsp:spPr>
        <a:xfrm>
          <a:off x="4411145" y="4249168"/>
          <a:ext cx="499628" cy="237777"/>
        </a:xfrm>
        <a:custGeom>
          <a:avLst/>
          <a:gdLst/>
          <a:ahLst/>
          <a:cxnLst/>
          <a:rect l="0" t="0" r="0" b="0"/>
          <a:pathLst>
            <a:path>
              <a:moveTo>
                <a:pt x="499628" y="0"/>
              </a:moveTo>
              <a:lnTo>
                <a:pt x="499628" y="162038"/>
              </a:lnTo>
              <a:lnTo>
                <a:pt x="0" y="162038"/>
              </a:lnTo>
              <a:lnTo>
                <a:pt x="0" y="2377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C3C570-562C-4C26-BA1A-5C748B4FF181}">
      <dsp:nvSpPr>
        <dsp:cNvPr id="0" name=""/>
        <dsp:cNvSpPr/>
      </dsp:nvSpPr>
      <dsp:spPr>
        <a:xfrm>
          <a:off x="3411887" y="4249168"/>
          <a:ext cx="1498886" cy="237777"/>
        </a:xfrm>
        <a:custGeom>
          <a:avLst/>
          <a:gdLst/>
          <a:ahLst/>
          <a:cxnLst/>
          <a:rect l="0" t="0" r="0" b="0"/>
          <a:pathLst>
            <a:path>
              <a:moveTo>
                <a:pt x="1498886" y="0"/>
              </a:moveTo>
              <a:lnTo>
                <a:pt x="1498886" y="162038"/>
              </a:lnTo>
              <a:lnTo>
                <a:pt x="0" y="162038"/>
              </a:lnTo>
              <a:lnTo>
                <a:pt x="0" y="2377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3BB5DF-8ACB-47C1-96A2-BF94B9A6C08E}">
      <dsp:nvSpPr>
        <dsp:cNvPr id="0" name=""/>
        <dsp:cNvSpPr/>
      </dsp:nvSpPr>
      <dsp:spPr>
        <a:xfrm>
          <a:off x="4910773" y="3492230"/>
          <a:ext cx="249814" cy="237777"/>
        </a:xfrm>
        <a:custGeom>
          <a:avLst/>
          <a:gdLst/>
          <a:ahLst/>
          <a:cxnLst/>
          <a:rect l="0" t="0" r="0" b="0"/>
          <a:pathLst>
            <a:path>
              <a:moveTo>
                <a:pt x="249814" y="0"/>
              </a:moveTo>
              <a:lnTo>
                <a:pt x="249814" y="162038"/>
              </a:lnTo>
              <a:lnTo>
                <a:pt x="0" y="162038"/>
              </a:lnTo>
              <a:lnTo>
                <a:pt x="0" y="2377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38FB18-14B8-4E30-AFAF-8A5F7D341EBF}">
      <dsp:nvSpPr>
        <dsp:cNvPr id="0" name=""/>
        <dsp:cNvSpPr/>
      </dsp:nvSpPr>
      <dsp:spPr>
        <a:xfrm>
          <a:off x="1413372" y="4249168"/>
          <a:ext cx="999257" cy="2377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38"/>
              </a:lnTo>
              <a:lnTo>
                <a:pt x="999257" y="162038"/>
              </a:lnTo>
              <a:lnTo>
                <a:pt x="999257" y="2377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05D692-C53C-468B-B92E-AD92C9ACD1BA}">
      <dsp:nvSpPr>
        <dsp:cNvPr id="0" name=""/>
        <dsp:cNvSpPr/>
      </dsp:nvSpPr>
      <dsp:spPr>
        <a:xfrm>
          <a:off x="1367652" y="4249168"/>
          <a:ext cx="91440" cy="23777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481EA3-8C1E-4BCA-8AD7-9071ED3182D7}">
      <dsp:nvSpPr>
        <dsp:cNvPr id="0" name=""/>
        <dsp:cNvSpPr/>
      </dsp:nvSpPr>
      <dsp:spPr>
        <a:xfrm>
          <a:off x="414115" y="4249168"/>
          <a:ext cx="999257" cy="237777"/>
        </a:xfrm>
        <a:custGeom>
          <a:avLst/>
          <a:gdLst/>
          <a:ahLst/>
          <a:cxnLst/>
          <a:rect l="0" t="0" r="0" b="0"/>
          <a:pathLst>
            <a:path>
              <a:moveTo>
                <a:pt x="999257" y="0"/>
              </a:moveTo>
              <a:lnTo>
                <a:pt x="999257" y="162038"/>
              </a:lnTo>
              <a:lnTo>
                <a:pt x="0" y="162038"/>
              </a:lnTo>
              <a:lnTo>
                <a:pt x="0" y="2377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07275E-70F4-4E06-A374-1A6B943AA9AD}">
      <dsp:nvSpPr>
        <dsp:cNvPr id="0" name=""/>
        <dsp:cNvSpPr/>
      </dsp:nvSpPr>
      <dsp:spPr>
        <a:xfrm>
          <a:off x="1413372" y="3492230"/>
          <a:ext cx="3747215" cy="237777"/>
        </a:xfrm>
        <a:custGeom>
          <a:avLst/>
          <a:gdLst/>
          <a:ahLst/>
          <a:cxnLst/>
          <a:rect l="0" t="0" r="0" b="0"/>
          <a:pathLst>
            <a:path>
              <a:moveTo>
                <a:pt x="3747215" y="0"/>
              </a:moveTo>
              <a:lnTo>
                <a:pt x="3747215" y="162038"/>
              </a:lnTo>
              <a:lnTo>
                <a:pt x="0" y="162038"/>
              </a:lnTo>
              <a:lnTo>
                <a:pt x="0" y="2377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55F554-BBA0-4D8B-81E0-8B8D8A97BF70}">
      <dsp:nvSpPr>
        <dsp:cNvPr id="0" name=""/>
        <dsp:cNvSpPr/>
      </dsp:nvSpPr>
      <dsp:spPr>
        <a:xfrm>
          <a:off x="4751801" y="2973070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2C418-E16B-44A9-87BC-BAD7176EC673}">
      <dsp:nvSpPr>
        <dsp:cNvPr id="0" name=""/>
        <dsp:cNvSpPr/>
      </dsp:nvSpPr>
      <dsp:spPr>
        <a:xfrm>
          <a:off x="4842642" y="3059370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Data </a:t>
          </a:r>
          <a:r>
            <a:rPr lang="en-US" sz="800" b="1" kern="1200" dirty="0">
              <a:solidFill>
                <a:srgbClr val="000000"/>
              </a:solidFill>
              <a:latin typeface="Trebuchet MS"/>
            </a:rPr>
            <a:t>Collection</a:t>
          </a:r>
        </a:p>
      </dsp:txBody>
      <dsp:txXfrm>
        <a:off x="4857848" y="3074576"/>
        <a:ext cx="787162" cy="488747"/>
      </dsp:txXfrm>
    </dsp:sp>
    <dsp:sp modelId="{2D50BF32-6774-437A-ACFE-D5AD772C743C}">
      <dsp:nvSpPr>
        <dsp:cNvPr id="0" name=""/>
        <dsp:cNvSpPr/>
      </dsp:nvSpPr>
      <dsp:spPr>
        <a:xfrm>
          <a:off x="1004585" y="3730008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5500F-286E-4674-B586-6A1C56BAFB98}">
      <dsp:nvSpPr>
        <dsp:cNvPr id="0" name=""/>
        <dsp:cNvSpPr/>
      </dsp:nvSpPr>
      <dsp:spPr>
        <a:xfrm>
          <a:off x="1095427" y="3816307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Supplier Data</a:t>
          </a:r>
          <a:endParaRPr lang="en-US" sz="800" b="1" kern="1200" dirty="0">
            <a:latin typeface="Trebuchet MS"/>
          </a:endParaRPr>
        </a:p>
      </dsp:txBody>
      <dsp:txXfrm>
        <a:off x="1110633" y="3831513"/>
        <a:ext cx="787162" cy="488747"/>
      </dsp:txXfrm>
    </dsp:sp>
    <dsp:sp modelId="{24BC3AC8-6A8A-4669-A74F-8DAEC8F6D034}">
      <dsp:nvSpPr>
        <dsp:cNvPr id="0" name=""/>
        <dsp:cNvSpPr/>
      </dsp:nvSpPr>
      <dsp:spPr>
        <a:xfrm>
          <a:off x="5327" y="4486945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43C68B-82A9-4CE6-9E56-BD3DA4B8125B}">
      <dsp:nvSpPr>
        <dsp:cNvPr id="0" name=""/>
        <dsp:cNvSpPr/>
      </dsp:nvSpPr>
      <dsp:spPr>
        <a:xfrm>
          <a:off x="96169" y="4573245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Sales </a:t>
          </a:r>
          <a:r>
            <a:rPr lang="en-US" sz="800" b="1" kern="1200" dirty="0">
              <a:solidFill>
                <a:srgbClr val="000000"/>
              </a:solidFill>
              <a:latin typeface="Trebuchet MS"/>
            </a:rPr>
            <a:t>figures</a:t>
          </a:r>
        </a:p>
      </dsp:txBody>
      <dsp:txXfrm>
        <a:off x="111375" y="4588451"/>
        <a:ext cx="787162" cy="488747"/>
      </dsp:txXfrm>
    </dsp:sp>
    <dsp:sp modelId="{B5FB398D-53C9-4FB3-8D3B-38B59DA3744A}">
      <dsp:nvSpPr>
        <dsp:cNvPr id="0" name=""/>
        <dsp:cNvSpPr/>
      </dsp:nvSpPr>
      <dsp:spPr>
        <a:xfrm>
          <a:off x="1004585" y="4486945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163D4-90C7-431B-AB9E-B9D36860D77C}">
      <dsp:nvSpPr>
        <dsp:cNvPr id="0" name=""/>
        <dsp:cNvSpPr/>
      </dsp:nvSpPr>
      <dsp:spPr>
        <a:xfrm>
          <a:off x="1095427" y="4573245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product categories</a:t>
          </a:r>
          <a:endParaRPr lang="en-US" sz="800" b="1" kern="1200" dirty="0">
            <a:latin typeface="Trebuchet MS"/>
          </a:endParaRPr>
        </a:p>
      </dsp:txBody>
      <dsp:txXfrm>
        <a:off x="1110633" y="4588451"/>
        <a:ext cx="787162" cy="488747"/>
      </dsp:txXfrm>
    </dsp:sp>
    <dsp:sp modelId="{328B8E6B-E40A-4D73-92B0-2BA90DC79499}">
      <dsp:nvSpPr>
        <dsp:cNvPr id="0" name=""/>
        <dsp:cNvSpPr/>
      </dsp:nvSpPr>
      <dsp:spPr>
        <a:xfrm>
          <a:off x="2003842" y="4486945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DA31D-9B0C-443E-9C61-F56465FCC347}">
      <dsp:nvSpPr>
        <dsp:cNvPr id="0" name=""/>
        <dsp:cNvSpPr/>
      </dsp:nvSpPr>
      <dsp:spPr>
        <a:xfrm>
          <a:off x="2094684" y="4573245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brand recognition metrics</a:t>
          </a:r>
          <a:endParaRPr lang="en-US" sz="800" b="1" kern="1200" dirty="0">
            <a:latin typeface="Trebuchet MS"/>
          </a:endParaRPr>
        </a:p>
      </dsp:txBody>
      <dsp:txXfrm>
        <a:off x="2109890" y="4588451"/>
        <a:ext cx="787162" cy="488747"/>
      </dsp:txXfrm>
    </dsp:sp>
    <dsp:sp modelId="{1A5AD5F7-C9DC-4749-9B61-E3E6F6795134}">
      <dsp:nvSpPr>
        <dsp:cNvPr id="0" name=""/>
        <dsp:cNvSpPr/>
      </dsp:nvSpPr>
      <dsp:spPr>
        <a:xfrm>
          <a:off x="4501986" y="3730008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3F0AA-4B62-49ED-A9A4-75445173ED44}">
      <dsp:nvSpPr>
        <dsp:cNvPr id="0" name=""/>
        <dsp:cNvSpPr/>
      </dsp:nvSpPr>
      <dsp:spPr>
        <a:xfrm>
          <a:off x="4592828" y="3816307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Ad Data</a:t>
          </a:r>
          <a:endParaRPr lang="en-US" sz="800" b="1" kern="1200" dirty="0">
            <a:solidFill>
              <a:srgbClr val="000000"/>
            </a:solidFill>
            <a:latin typeface="Trebuchet MS"/>
          </a:endParaRPr>
        </a:p>
      </dsp:txBody>
      <dsp:txXfrm>
        <a:off x="4608034" y="3831513"/>
        <a:ext cx="787162" cy="488747"/>
      </dsp:txXfrm>
    </dsp:sp>
    <dsp:sp modelId="{C0C05E07-BAAB-4AC0-9084-E10D603FE174}">
      <dsp:nvSpPr>
        <dsp:cNvPr id="0" name=""/>
        <dsp:cNvSpPr/>
      </dsp:nvSpPr>
      <dsp:spPr>
        <a:xfrm>
          <a:off x="3003100" y="4486945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E8A4B-C046-44A7-9B79-697203A83E3A}">
      <dsp:nvSpPr>
        <dsp:cNvPr id="0" name=""/>
        <dsp:cNvSpPr/>
      </dsp:nvSpPr>
      <dsp:spPr>
        <a:xfrm>
          <a:off x="3093942" y="4573245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Ad </a:t>
          </a:r>
          <a:r>
            <a:rPr lang="en-US" sz="800" b="1" kern="1200" dirty="0">
              <a:solidFill>
                <a:srgbClr val="000000"/>
              </a:solidFill>
              <a:latin typeface="Trebuchet MS"/>
            </a:rPr>
            <a:t>spend</a:t>
          </a:r>
        </a:p>
      </dsp:txBody>
      <dsp:txXfrm>
        <a:off x="3109148" y="4588451"/>
        <a:ext cx="787162" cy="488747"/>
      </dsp:txXfrm>
    </dsp:sp>
    <dsp:sp modelId="{3359FA7F-5110-404F-862F-C24C591380AB}">
      <dsp:nvSpPr>
        <dsp:cNvPr id="0" name=""/>
        <dsp:cNvSpPr/>
      </dsp:nvSpPr>
      <dsp:spPr>
        <a:xfrm>
          <a:off x="4002358" y="4486945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C89DF-0CAB-43D1-8141-F904E3C59C07}">
      <dsp:nvSpPr>
        <dsp:cNvPr id="0" name=""/>
        <dsp:cNvSpPr/>
      </dsp:nvSpPr>
      <dsp:spPr>
        <a:xfrm>
          <a:off x="4093199" y="4573245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ad types</a:t>
          </a:r>
          <a:endParaRPr lang="en-US" sz="800" b="1" kern="1200" dirty="0">
            <a:latin typeface="Trebuchet MS"/>
          </a:endParaRPr>
        </a:p>
      </dsp:txBody>
      <dsp:txXfrm>
        <a:off x="4108405" y="4588451"/>
        <a:ext cx="787162" cy="488747"/>
      </dsp:txXfrm>
    </dsp:sp>
    <dsp:sp modelId="{6FA8743A-13FB-4761-A3F7-29C0AF1777C4}">
      <dsp:nvSpPr>
        <dsp:cNvPr id="0" name=""/>
        <dsp:cNvSpPr/>
      </dsp:nvSpPr>
      <dsp:spPr>
        <a:xfrm>
          <a:off x="5001615" y="4486945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604BF-FF90-4BBB-B308-3556C5076C8D}">
      <dsp:nvSpPr>
        <dsp:cNvPr id="0" name=""/>
        <dsp:cNvSpPr/>
      </dsp:nvSpPr>
      <dsp:spPr>
        <a:xfrm>
          <a:off x="5092457" y="4573245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target audience</a:t>
          </a:r>
          <a:endParaRPr lang="en-US" sz="800" b="1" kern="1200" dirty="0">
            <a:latin typeface="Trebuchet MS"/>
          </a:endParaRPr>
        </a:p>
      </dsp:txBody>
      <dsp:txXfrm>
        <a:off x="5107663" y="4588451"/>
        <a:ext cx="787162" cy="488747"/>
      </dsp:txXfrm>
    </dsp:sp>
    <dsp:sp modelId="{FCF19606-C29D-40EF-B0E8-5A73052ADEA3}">
      <dsp:nvSpPr>
        <dsp:cNvPr id="0" name=""/>
        <dsp:cNvSpPr/>
      </dsp:nvSpPr>
      <dsp:spPr>
        <a:xfrm>
          <a:off x="6000873" y="4486945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AD015-3784-49D9-B2ED-922A9B7AD2D6}">
      <dsp:nvSpPr>
        <dsp:cNvPr id="0" name=""/>
        <dsp:cNvSpPr/>
      </dsp:nvSpPr>
      <dsp:spPr>
        <a:xfrm>
          <a:off x="6091714" y="4573245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ad frequency</a:t>
          </a:r>
          <a:endParaRPr lang="en-US" sz="800" b="1" kern="1200" dirty="0">
            <a:latin typeface="Trebuchet MS"/>
          </a:endParaRPr>
        </a:p>
      </dsp:txBody>
      <dsp:txXfrm>
        <a:off x="6106920" y="4588451"/>
        <a:ext cx="787162" cy="488747"/>
      </dsp:txXfrm>
    </dsp:sp>
    <dsp:sp modelId="{914AD8DD-5F46-4A96-8280-D2571DB27E32}">
      <dsp:nvSpPr>
        <dsp:cNvPr id="0" name=""/>
        <dsp:cNvSpPr/>
      </dsp:nvSpPr>
      <dsp:spPr>
        <a:xfrm>
          <a:off x="8499016" y="3730008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5B1EF-FBFC-4D7B-A592-59C949F05BD1}">
      <dsp:nvSpPr>
        <dsp:cNvPr id="0" name=""/>
        <dsp:cNvSpPr/>
      </dsp:nvSpPr>
      <dsp:spPr>
        <a:xfrm>
          <a:off x="8589858" y="3816307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Customer Data</a:t>
          </a:r>
          <a:endParaRPr lang="en-US" sz="800" b="1" kern="1200" dirty="0">
            <a:solidFill>
              <a:srgbClr val="000000"/>
            </a:solidFill>
            <a:latin typeface="Trebuchet MS"/>
          </a:endParaRPr>
        </a:p>
      </dsp:txBody>
      <dsp:txXfrm>
        <a:off x="8605064" y="3831513"/>
        <a:ext cx="787162" cy="488747"/>
      </dsp:txXfrm>
    </dsp:sp>
    <dsp:sp modelId="{12B0C22B-4063-4690-9E4E-1481135E441E}">
      <dsp:nvSpPr>
        <dsp:cNvPr id="0" name=""/>
        <dsp:cNvSpPr/>
      </dsp:nvSpPr>
      <dsp:spPr>
        <a:xfrm>
          <a:off x="7000130" y="4486945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0ACB4-0022-4E05-AAE3-8F7292DF80F1}">
      <dsp:nvSpPr>
        <dsp:cNvPr id="0" name=""/>
        <dsp:cNvSpPr/>
      </dsp:nvSpPr>
      <dsp:spPr>
        <a:xfrm>
          <a:off x="7090972" y="4573245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Purchase behavior</a:t>
          </a:r>
          <a:endParaRPr lang="en-US" sz="800" b="1" kern="1200" dirty="0">
            <a:solidFill>
              <a:srgbClr val="000000"/>
            </a:solidFill>
            <a:latin typeface="Trebuchet MS"/>
          </a:endParaRPr>
        </a:p>
      </dsp:txBody>
      <dsp:txXfrm>
        <a:off x="7106178" y="4588451"/>
        <a:ext cx="787162" cy="488747"/>
      </dsp:txXfrm>
    </dsp:sp>
    <dsp:sp modelId="{A62ADFB3-6118-4F19-A9FA-1DACAD0019F3}">
      <dsp:nvSpPr>
        <dsp:cNvPr id="0" name=""/>
        <dsp:cNvSpPr/>
      </dsp:nvSpPr>
      <dsp:spPr>
        <a:xfrm>
          <a:off x="7999388" y="4486945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B8EEA-AAFE-4DBE-A51A-020B169939DA}">
      <dsp:nvSpPr>
        <dsp:cNvPr id="0" name=""/>
        <dsp:cNvSpPr/>
      </dsp:nvSpPr>
      <dsp:spPr>
        <a:xfrm>
          <a:off x="8090229" y="4573245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Trebuchet MS"/>
            </a:rPr>
            <a:t>Demographics</a:t>
          </a:r>
        </a:p>
      </dsp:txBody>
      <dsp:txXfrm>
        <a:off x="8105435" y="4588451"/>
        <a:ext cx="787162" cy="488747"/>
      </dsp:txXfrm>
    </dsp:sp>
    <dsp:sp modelId="{11792240-0B80-48A3-87C7-6738C80DECC5}">
      <dsp:nvSpPr>
        <dsp:cNvPr id="0" name=""/>
        <dsp:cNvSpPr/>
      </dsp:nvSpPr>
      <dsp:spPr>
        <a:xfrm>
          <a:off x="8998645" y="4486945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E7487-F2D1-4076-99F2-F0F91BC5324E}">
      <dsp:nvSpPr>
        <dsp:cNvPr id="0" name=""/>
        <dsp:cNvSpPr/>
      </dsp:nvSpPr>
      <dsp:spPr>
        <a:xfrm>
          <a:off x="9089487" y="4573245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ad engagement</a:t>
          </a:r>
          <a:endParaRPr lang="en-US" sz="800" b="1" kern="1200" dirty="0">
            <a:latin typeface="Trebuchet MS"/>
          </a:endParaRPr>
        </a:p>
      </dsp:txBody>
      <dsp:txXfrm>
        <a:off x="9104693" y="4588451"/>
        <a:ext cx="787162" cy="488747"/>
      </dsp:txXfrm>
    </dsp:sp>
    <dsp:sp modelId="{C7328ACE-AAF8-46F9-9E67-96DA1D65E275}">
      <dsp:nvSpPr>
        <dsp:cNvPr id="0" name=""/>
        <dsp:cNvSpPr/>
      </dsp:nvSpPr>
      <dsp:spPr>
        <a:xfrm>
          <a:off x="9997903" y="4486945"/>
          <a:ext cx="817574" cy="519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370F7-93E2-4268-B4BA-2C9AE792AFC6}">
      <dsp:nvSpPr>
        <dsp:cNvPr id="0" name=""/>
        <dsp:cNvSpPr/>
      </dsp:nvSpPr>
      <dsp:spPr>
        <a:xfrm>
          <a:off x="10088744" y="4573245"/>
          <a:ext cx="817574" cy="5191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rgbClr val="404040"/>
              </a:solidFill>
              <a:latin typeface="Trebuchet MS"/>
            </a:rPr>
            <a:t> satisfaction levels</a:t>
          </a:r>
          <a:endParaRPr lang="en-US" sz="800" b="1" kern="1200" dirty="0">
            <a:latin typeface="Trebuchet MS"/>
          </a:endParaRPr>
        </a:p>
      </dsp:txBody>
      <dsp:txXfrm>
        <a:off x="10103950" y="4588451"/>
        <a:ext cx="787162" cy="4887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3/12/2025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94178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dirty="0">
                <a:latin typeface="Trebuchet MS"/>
              </a:rPr>
              <a:t>BIG BAZAAR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49AB9-6323-0FAE-FB62-CD7EC4C93D42}"/>
              </a:ext>
            </a:extLst>
          </p:cNvPr>
          <p:cNvSpPr txBox="1"/>
          <p:nvPr/>
        </p:nvSpPr>
        <p:spPr>
          <a:xfrm>
            <a:off x="859440" y="2995248"/>
            <a:ext cx="10429386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rebuchet MS"/>
              </a:rPr>
              <a:t>OBJECTIVE :-</a:t>
            </a:r>
          </a:p>
          <a:p>
            <a:endParaRPr lang="en-US" dirty="0">
              <a:solidFill>
                <a:srgbClr val="FFFFFF"/>
              </a:solidFill>
              <a:latin typeface="Trebuchet MS"/>
            </a:endParaRPr>
          </a:p>
          <a:p>
            <a:r>
              <a:rPr lang="en-US" sz="2400" dirty="0">
                <a:solidFill>
                  <a:srgbClr val="FFFFFF"/>
                </a:solidFill>
                <a:latin typeface="Trebuchet MS"/>
              </a:rPr>
              <a:t>As an employee of Big Bazaar Advertisement team, I want to select the best 10 Company who are interested in Big Bazaar Online and Offline Advertisement which could be helpful for Big Bazaar and the supplier company.</a:t>
            </a:r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EB570D-10DF-2F40-ED2D-33B62E6D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the objective?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8A68136C-86E0-43E2-6D36-82D1AB6A063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862142364"/>
              </p:ext>
            </p:extLst>
          </p:nvPr>
        </p:nvGraphicFramePr>
        <p:xfrm>
          <a:off x="419187" y="-902986"/>
          <a:ext cx="11405844" cy="7989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942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17222-6A9E-B009-0FA2-C71DAE29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Aptos Light"/>
              </a:rPr>
              <a:t> How do ads benefit suppliers?</a:t>
            </a:r>
            <a:endParaRPr lang="en-US">
              <a:solidFill>
                <a:srgbClr val="000000"/>
              </a:solidFill>
              <a:latin typeface="Aptos Ligh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BB1D4-165F-F9FD-9675-3F0803202A1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Hypothesis Testing: 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H0: Ads have no impact on supplier performance (sales, customer engagement).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H1: Ads improve supplier performance (sales, customer engagement).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Statistical Test: Conduct a T-test or ANOVA to compare the sales before and after running ads for suppliers.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Metrics to Track: Sales data, customer feedback, brand awareness, ROI.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45696-B493-3BCA-579B-D141DBCE27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372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957E0-4578-B835-DE86-7FA2C8D1B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Aptos Light"/>
              </a:rPr>
              <a:t>What are the possible ways to generate good outcomes?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ADE83-0A13-2589-F693-999B4B7E22B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 analyze multiple variables that might influence outcomes (e.g., ad spend, ad type, target audience).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Correlations: Measure the relationship between ad targeting, frequency, and sales increase.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Hypothesis: 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H0: There is no relationship between ad targeting and sales outcomes.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H1: There is a positive relationship between ad targeting and sales outcomes.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DA0D0-B70E-A176-8E42-BD13FDACB0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17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C5213-EFC3-9F2E-CC4A-EBFAF948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What if it doesn't work?</a:t>
            </a:r>
            <a:endParaRPr lang="en-US" b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711E1-82AB-384F-C269-CFE6EC42AAB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Failure Analysis: If ads don't work, analyze the data to identify failure patterns (e.g., poor ad type, wrong targeting).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Chi-Square Test: To test if certain factors (ad type, targeting method) correlate with a "failure" outcome (e.g., no increase in sales).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Metrics to Track: Sales drop, ROI below threshold, customer engagement below expectations.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FB526-D086-7043-2338-181C2CE6EE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50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2CF3-7AD9-9FB8-C21A-B65317F7A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Aptos Light"/>
              </a:rPr>
              <a:t>What is the major factor which can lead me to more sales and how does advertising achieve that?</a:t>
            </a:r>
            <a:endParaRPr lang="en-US" b="0" dirty="0">
              <a:solidFill>
                <a:srgbClr val="000000"/>
              </a:solidFill>
              <a:latin typeface="Aptos Ligh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CFE9A-FDFD-C658-12B4-170C4EB7957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Regression Analysis: Perform a multiple regression to understand the impact of multiple factors on sales (ad spend, product types, ad medium).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Hypothesis: 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H0: There is no major factor that drives sales.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H1: Certain factors (e.g., ad spend or ad targeting) significantly drive sales.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Metrics: Correlation between ad spend and sales increase, ad targeting precision, customer conversion rates.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DA1EC-F4A1-3CBC-45D7-C3A16F109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3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8108-2E91-B14A-4CD0-B13EB0BA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Aptos Light"/>
              </a:rPr>
              <a:t>How much will my sales increase?</a:t>
            </a:r>
            <a:endParaRPr lang="en-US" b="0">
              <a:solidFill>
                <a:srgbClr val="000000"/>
              </a:solidFill>
              <a:latin typeface="Aptos Ligh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59412-DECF-060F-4E28-01A8F34471E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rmAutofit fontScale="47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Time Series Analysis: Analyze past sales data before and after advertising to estimate the potential increase in sales.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Regression Analysis: Use a regression model to predict sales based on advertising data.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Metrics: Sales increase percentage, ROI, customer acquisition rate.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Objective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Structure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Category justify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Advertisement how many types and how it help why this advertisement is used for this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Solutioninging</a:t>
            </a:r>
            <a:r>
              <a:rPr lang="en-US" dirty="0"/>
              <a:t> connecting suppliers and big bazaar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Compare the suppliers (</a:t>
            </a:r>
            <a:r>
              <a:rPr lang="en-US" dirty="0" err="1"/>
              <a:t>converstion</a:t>
            </a:r>
            <a:r>
              <a:rPr lang="en-US" dirty="0"/>
              <a:t> , marketing,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How to do this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54DFA-8848-6685-E28B-4D552C832F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216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>
            <a:extLst>
              <a:ext uri="{FF2B5EF4-FFF2-40B4-BE49-F238E27FC236}">
                <a16:creationId xmlns:a16="http://schemas.microsoft.com/office/drawing/2014/main" id="{470C2EE0-ECD8-6DAE-9016-5EBB95082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Metrics Explanation for Suppliers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6F247-7B6F-0643-6982-5F22063128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46" name="Content Placeholder 45">
            <a:extLst>
              <a:ext uri="{FF2B5EF4-FFF2-40B4-BE49-F238E27FC236}">
                <a16:creationId xmlns:a16="http://schemas.microsoft.com/office/drawing/2014/main" id="{504832D2-EEEE-AFC4-8911-D10B63E56A6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53599882"/>
              </p:ext>
            </p:extLst>
          </p:nvPr>
        </p:nvGraphicFramePr>
        <p:xfrm>
          <a:off x="841248" y="2055801"/>
          <a:ext cx="10336244" cy="4294878"/>
        </p:xfrm>
        <a:graphic>
          <a:graphicData uri="http://schemas.openxmlformats.org/drawingml/2006/table">
            <a:tbl>
              <a:tblPr bandRow="1">
                <a:tableStyleId>{8EC20E35-A176-4012-BC5E-935CFFF8708E}</a:tableStyleId>
              </a:tblPr>
              <a:tblGrid>
                <a:gridCol w="3138913">
                  <a:extLst>
                    <a:ext uri="{9D8B030D-6E8A-4147-A177-3AD203B41FA5}">
                      <a16:colId xmlns:a16="http://schemas.microsoft.com/office/drawing/2014/main" val="1896939296"/>
                    </a:ext>
                  </a:extLst>
                </a:gridCol>
                <a:gridCol w="3642751">
                  <a:extLst>
                    <a:ext uri="{9D8B030D-6E8A-4147-A177-3AD203B41FA5}">
                      <a16:colId xmlns:a16="http://schemas.microsoft.com/office/drawing/2014/main" val="2342246562"/>
                    </a:ext>
                  </a:extLst>
                </a:gridCol>
                <a:gridCol w="3554580">
                  <a:extLst>
                    <a:ext uri="{9D8B030D-6E8A-4147-A177-3AD203B41FA5}">
                      <a16:colId xmlns:a16="http://schemas.microsoft.com/office/drawing/2014/main" val="764568359"/>
                    </a:ext>
                  </a:extLst>
                </a:gridCol>
              </a:tblGrid>
              <a:tr h="27308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Metric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How It Benefits Suppliers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extLst>
                  <a:ext uri="{0D108BD9-81ED-4DB2-BD59-A6C34878D82A}">
                    <a16:rowId xmlns:a16="http://schemas.microsoft.com/office/drawing/2014/main" val="1550811815"/>
                  </a:ext>
                </a:extLst>
              </a:tr>
              <a:tr h="44686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Sales Growth (%)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The percentage increase in sales before and after the ad campaign.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Indicates the direct impact of ads on supplier sales.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extLst>
                  <a:ext uri="{0D108BD9-81ED-4DB2-BD59-A6C34878D82A}">
                    <a16:rowId xmlns:a16="http://schemas.microsoft.com/office/drawing/2014/main" val="400068363"/>
                  </a:ext>
                </a:extLst>
              </a:tr>
              <a:tr h="44686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Brand Awareness (Survey Score)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Customer perception of the supplier’s brand before and after ads.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Measures how well the ad campaign improved supplier brand recognition.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extLst>
                  <a:ext uri="{0D108BD9-81ED-4DB2-BD59-A6C34878D82A}">
                    <a16:rowId xmlns:a16="http://schemas.microsoft.com/office/drawing/2014/main" val="1932645056"/>
                  </a:ext>
                </a:extLst>
              </a:tr>
              <a:tr h="44686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Customer Engagement Rate (%)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The percentage of customers interacting with the supplier’s ads or promotions.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Reflects the ad's ability to engage customers, leading to higher conversions.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extLst>
                  <a:ext uri="{0D108BD9-81ED-4DB2-BD59-A6C34878D82A}">
                    <a16:rowId xmlns:a16="http://schemas.microsoft.com/office/drawing/2014/main" val="2082723439"/>
                  </a:ext>
                </a:extLst>
              </a:tr>
              <a:tr h="44686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 Spend vs. Sales Growth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The relationship between the ad budget allocation and resulting sales increase.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Determines the efficiency of ad spend in driving sales.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extLst>
                  <a:ext uri="{0D108BD9-81ED-4DB2-BD59-A6C34878D82A}">
                    <a16:rowId xmlns:a16="http://schemas.microsoft.com/office/drawing/2014/main" val="194487274"/>
                  </a:ext>
                </a:extLst>
              </a:tr>
              <a:tr h="44686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 Type Performance (TV, Digital, etc.)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Comparison of sales growth based on different types of advertisements.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Identifies which ad types yield the best results for suppliers.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extLst>
                  <a:ext uri="{0D108BD9-81ED-4DB2-BD59-A6C34878D82A}">
                    <a16:rowId xmlns:a16="http://schemas.microsoft.com/office/drawing/2014/main" val="1636078992"/>
                  </a:ext>
                </a:extLst>
              </a:tr>
              <a:tr h="44686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Customer Satisfaction Score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Feedback from customers on supplier products and overall experience.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Measures customer satisfaction after engaging with the ad campaign.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extLst>
                  <a:ext uri="{0D108BD9-81ED-4DB2-BD59-A6C34878D82A}">
                    <a16:rowId xmlns:a16="http://schemas.microsoft.com/office/drawing/2014/main" val="676684336"/>
                  </a:ext>
                </a:extLst>
              </a:tr>
              <a:tr h="44686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Conversion Rate (%)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The percentage of ad viewers who make a purchase.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Indicates the effectiveness of the ads in converting views into purchases.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extLst>
                  <a:ext uri="{0D108BD9-81ED-4DB2-BD59-A6C34878D82A}">
                    <a16:rowId xmlns:a16="http://schemas.microsoft.com/office/drawing/2014/main" val="1027393371"/>
                  </a:ext>
                </a:extLst>
              </a:tr>
              <a:tr h="44686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Product Quality Ratings (Survey)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Ratings or reviews based on the quality of the supplier's products.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Helps suppliers understand how product quality correlates with ad effectiveness.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extLst>
                  <a:ext uri="{0D108BD9-81ED-4DB2-BD59-A6C34878D82A}">
                    <a16:rowId xmlns:a16="http://schemas.microsoft.com/office/drawing/2014/main" val="2062576563"/>
                  </a:ext>
                </a:extLst>
              </a:tr>
              <a:tr h="44686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ROI (Return on Investment)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Measures the return on investment for the ad spend.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Determines the financial benefit to the supplier relative to the ad budge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990" marR="7990" marT="7990" marB="38351" anchor="b"/>
                </a:tc>
                <a:extLst>
                  <a:ext uri="{0D108BD9-81ED-4DB2-BD59-A6C34878D82A}">
                    <a16:rowId xmlns:a16="http://schemas.microsoft.com/office/drawing/2014/main" val="1137994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84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5A0C6-E7B2-F24A-C153-87ACB349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calculation for Supplier</a:t>
            </a:r>
          </a:p>
        </p:txBody>
      </p:sp>
      <p:pic>
        <p:nvPicPr>
          <p:cNvPr id="5" name="Content Placeholder 4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31789E9A-FEF4-0D20-DA8F-420CB58AE75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889175" y="1162803"/>
            <a:ext cx="8362575" cy="550623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ECC5E-C404-FD65-6BB4-7FD1269A59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21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293-57FE-498D-DE17-41581508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900" dirty="0">
                <a:solidFill>
                  <a:srgbClr val="404040"/>
                </a:solidFill>
                <a:latin typeface="Aptos Light"/>
              </a:rPr>
              <a:t>Why are these 10 suppliers preferred more than others?</a:t>
            </a:r>
            <a:endParaRPr lang="en-US" sz="1900" b="0" dirty="0">
              <a:solidFill>
                <a:srgbClr val="000000"/>
              </a:solidFill>
              <a:latin typeface="Aptos Ligh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F40C3-9980-37B9-7924-017C6FFE444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Descriptive Statistics: Calculate the mean, median, and mode for supplier performance metrics like sales, customer satisfaction, or pricing.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Factor Analysis: Identify the key factors that make these suppliers preferred (e.g., quality, price, availability).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Hypothesis: 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H0: The preference for these suppliers is random.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H1: There are specific factors (e.g., pricing, product quality) that make these suppliers preferred.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Metrics: Supplier performance, customer reviews, sales data, market share.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C628D-943D-F429-C50C-C91902F650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592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BA3E-E14E-3FC7-060E-84710067A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Aptos Light"/>
              </a:rPr>
              <a:t>Does any of the suppliers from these 10 compete?</a:t>
            </a:r>
            <a:endParaRPr lang="en-US" b="0" dirty="0">
              <a:solidFill>
                <a:srgbClr val="000000"/>
              </a:solidFill>
              <a:latin typeface="Aptos Ligh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CAEB7-ED8A-5420-A508-43817ED730B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Cluster Analysis: Use K-means clustering to identify suppliers that offer similar products and thus are in competition.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Correlation: Test the correlation between sales and product category to identify competitors.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Metrics: Sales in similar product categories, product overlap.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7E6A7-23D2-70AC-FC29-4862AC9CC6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244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2E14-A8E5-C3FC-E1E7-3011BBA3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Aptos Light"/>
              </a:rPr>
              <a:t>How much benefits will we get as we advertise their brand?</a:t>
            </a:r>
            <a:endParaRPr lang="en-US" b="0">
              <a:solidFill>
                <a:srgbClr val="000000"/>
              </a:solidFill>
              <a:latin typeface="Aptos Ligh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2BAF1-6A33-45E5-6711-334EB957A38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Regression Analysis: Analyze the relationship between advertising spend and the resulting sales increase for Big Bazaar.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Hypothesis: 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H0: Advertising supplier brands does not significantly affect Big Bazaar's sales.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H1: Advertising supplier brands significantly increases Big Bazaar’s sales.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Metrics: Sales growth for Big Bazaar, ROI, customer traffic.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7694F-A69C-80CB-7D4F-783EE3C568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925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1076-1712-F4B3-17B8-BCB7A02C3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Aptos Light"/>
              </a:rPr>
              <a:t>What is in it for the customers?</a:t>
            </a:r>
            <a:endParaRPr lang="en-US" b="0" dirty="0">
              <a:solidFill>
                <a:srgbClr val="000000"/>
              </a:solidFill>
              <a:latin typeface="Aptos Ligh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F54D-D82C-95AD-EE0B-659ADA10D1E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Customer Segmentation: Use clustering to segment customers based on their responses to ads (engaged vs. non-engaged).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Surveys &amp; Feedback: Use Likert scale surveys to assess customer satisfaction with advertised products.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Hypothesis: 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H0: Ads do not significantly affect customer satisfaction or behavior.</a:t>
            </a:r>
            <a:endParaRPr lang="en-US" dirty="0"/>
          </a:p>
          <a:p>
            <a:pPr marL="101727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H1: Ads increase customer satisfaction and encourage more purchases.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Metrics: Customer satisfaction, sales conversion, product preference.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611BE-1496-386B-473D-4E99F4E133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651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0EFFAFE-A82F-A012-C64E-AD360A109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Metrics Explanation for Big bazaar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317F5-A46D-FF73-CE61-4E99386A49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1197A07-2801-26F9-B505-A7A8775ABC2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13513801"/>
              </p:ext>
            </p:extLst>
          </p:nvPr>
        </p:nvGraphicFramePr>
        <p:xfrm>
          <a:off x="841248" y="1403391"/>
          <a:ext cx="10510701" cy="5145332"/>
        </p:xfrm>
        <a:graphic>
          <a:graphicData uri="http://schemas.openxmlformats.org/drawingml/2006/table">
            <a:tbl>
              <a:tblPr bandRow="1">
                <a:noFill/>
                <a:tableStyleId>{68D230F3-CF80-4859-8CE7-A43EE81993B5}</a:tableStyleId>
              </a:tblPr>
              <a:tblGrid>
                <a:gridCol w="3405991">
                  <a:extLst>
                    <a:ext uri="{9D8B030D-6E8A-4147-A177-3AD203B41FA5}">
                      <a16:colId xmlns:a16="http://schemas.microsoft.com/office/drawing/2014/main" val="323572604"/>
                    </a:ext>
                  </a:extLst>
                </a:gridCol>
                <a:gridCol w="3553387">
                  <a:extLst>
                    <a:ext uri="{9D8B030D-6E8A-4147-A177-3AD203B41FA5}">
                      <a16:colId xmlns:a16="http://schemas.microsoft.com/office/drawing/2014/main" val="1803503777"/>
                    </a:ext>
                  </a:extLst>
                </a:gridCol>
                <a:gridCol w="3551323">
                  <a:extLst>
                    <a:ext uri="{9D8B030D-6E8A-4147-A177-3AD203B41FA5}">
                      <a16:colId xmlns:a16="http://schemas.microsoft.com/office/drawing/2014/main" val="1111275411"/>
                    </a:ext>
                  </a:extLst>
                </a:gridCol>
              </a:tblGrid>
              <a:tr h="31608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Metric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Description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How It Benefits Big Bazaar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051363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Increased Traffic to Website (%)</a:t>
                      </a:r>
                    </a:p>
                  </a:txBody>
                  <a:tcPr marL="122912" marR="73747" marT="73747" marB="73747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Percentage increase in traffic to Big Bazaar's online platform due to supplier ads.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Reflects how supplier ads are driving more customers to Big Bazaar.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65080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Sales Growth (%)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Percentage increase in sales for Big Bazaar as a result of supplier ads.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Measures the sales impact on Big Bazaar from advertising supplier brands.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38317"/>
                  </a:ext>
                </a:extLst>
              </a:tr>
              <a:tr h="61109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Customer Satisfaction Score</a:t>
                      </a:r>
                    </a:p>
                  </a:txBody>
                  <a:tcPr marL="122912" marR="73747" marT="73747" marB="73747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Feedback on the overall customer experience, including ads and product availability.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Indicates the impact of advertising on customer experience at Big Bazaar.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768863"/>
                  </a:ext>
                </a:extLst>
              </a:tr>
              <a:tr h="61109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Supplier Brand Recognition Impact (%)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The change in awareness of supplier brands within Big Bazaar's customer base.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Measures the success of advertising campaigns in raising supplier brand awareness.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067650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Customer Conversion Rate (%)</a:t>
                      </a:r>
                    </a:p>
                  </a:txBody>
                  <a:tcPr marL="122912" marR="73747" marT="73747" marB="73747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The percentage of customers who make a purchase after interacting with supplier ads.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Shows how well Big Bazaar’s customers are converting after ad exposure.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409681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ROI for Big Bazaar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Return on investment for Big Bazaar from advertising supplier brands.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Evaluates how much profit Big Bazaar makes from ads that promote supplier brands.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080200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Product Availability (In-store/Online)</a:t>
                      </a:r>
                    </a:p>
                  </a:txBody>
                  <a:tcPr marL="122912" marR="73747" marT="73747" marB="73747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The availability of products at Big Bazaar after ad campaigns.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Ensures customers can purchase the products they see in the ads.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818262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Ad Spend vs. Sales Growth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Comparison of ad budget spent on supplier ads vs. resulting sales growth for Big Bazaar.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Determines the cost-effectiveness of the ad campaigns for Big Bazaar.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501118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Customer Traffic &amp; Engagement from Ads</a:t>
                      </a:r>
                    </a:p>
                  </a:txBody>
                  <a:tcPr marL="122912" marR="73747" marT="73747" marB="73747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Measures the increase in customer traffic and interactions with ads.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/>
                        </a:rPr>
                        <a:t>Shows the level of customer interest and engagement due to the ads.</a:t>
                      </a:r>
                    </a:p>
                  </a:txBody>
                  <a:tcPr marL="122912" marR="73747" marT="73747" marB="7374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15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751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2E599-DB7F-45A3-76B7-9A056EE07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Calculation for Big Bazaar</a:t>
            </a:r>
          </a:p>
        </p:txBody>
      </p:sp>
      <p:pic>
        <p:nvPicPr>
          <p:cNvPr id="5" name="Content Placeholder 4" descr="A screenshot of a black and white list&#10;&#10;AI-generated content may be incorrect.">
            <a:extLst>
              <a:ext uri="{FF2B5EF4-FFF2-40B4-BE49-F238E27FC236}">
                <a16:creationId xmlns:a16="http://schemas.microsoft.com/office/drawing/2014/main" id="{F02494E4-FDCD-7F2F-84E1-B70B7715F33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824561" y="1139591"/>
            <a:ext cx="8541605" cy="55191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B2F7E-0227-1170-9F0C-17988B444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52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CE89-92D2-954C-EA84-64B32EA1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for </a:t>
            </a:r>
            <a:r>
              <a:rPr lang="en-US"/>
              <a:t>Business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BCF0B3D-BB06-6ECD-914E-A243629C97E3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699934470"/>
              </p:ext>
            </p:extLst>
          </p:nvPr>
        </p:nvGraphicFramePr>
        <p:xfrm>
          <a:off x="841375" y="1527175"/>
          <a:ext cx="10373581" cy="4498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857DE-3292-CD6C-C28F-19DA090455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787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7F6F-6F2A-A601-AEFE-CE5B086D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Aptos Light"/>
              </a:rPr>
              <a:t>Variables needed for the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40E27-B0A6-37A1-AC80-A91D7208474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4FFE0-E199-5C8C-47C4-F902C9DB76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3961" name="Diagram 3960">
            <a:extLst>
              <a:ext uri="{FF2B5EF4-FFF2-40B4-BE49-F238E27FC236}">
                <a16:creationId xmlns:a16="http://schemas.microsoft.com/office/drawing/2014/main" id="{F6ACE709-69B6-FDD8-86A3-BEBB11FD2D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3783994"/>
              </p:ext>
            </p:extLst>
          </p:nvPr>
        </p:nvGraphicFramePr>
        <p:xfrm>
          <a:off x="875589" y="-732692"/>
          <a:ext cx="10911647" cy="8065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275391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6EB691-4DD5-4558-B7D1-3EA8CC81E2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417</Words>
  <Application>Microsoft Office PowerPoint</Application>
  <PresentationFormat>Widescreen</PresentationFormat>
  <Paragraphs>108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Custom</vt:lpstr>
      <vt:lpstr>PowerPoint Presentation</vt:lpstr>
      <vt:lpstr>Description of the objective?</vt:lpstr>
      <vt:lpstr> How do ads benefit suppliers? </vt:lpstr>
      <vt:lpstr>What are the possible ways to generate good outcomes?</vt:lpstr>
      <vt:lpstr>What if it doesn't work?</vt:lpstr>
      <vt:lpstr>What is the major factor which can lead me to more sales and how does advertising achieve that? </vt:lpstr>
      <vt:lpstr>How much will my sales increase? </vt:lpstr>
      <vt:lpstr>Metrics Explanation for Suppliers</vt:lpstr>
      <vt:lpstr>Important calculation for Supplier</vt:lpstr>
      <vt:lpstr>Why are these 10 suppliers preferred more than others? </vt:lpstr>
      <vt:lpstr>Does any of the suppliers from these 10 compete? </vt:lpstr>
      <vt:lpstr>How much benefits will we get as we advertise their brand? </vt:lpstr>
      <vt:lpstr>What is in it for the customers? </vt:lpstr>
      <vt:lpstr>Metrics Explanation for Big bazaar</vt:lpstr>
      <vt:lpstr>Important Calculation for Big Bazaar</vt:lpstr>
      <vt:lpstr>Strategy for Business</vt:lpstr>
      <vt:lpstr>Variables needed for the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409</cp:revision>
  <dcterms:created xsi:type="dcterms:W3CDTF">2025-03-05T05:34:10Z</dcterms:created>
  <dcterms:modified xsi:type="dcterms:W3CDTF">2025-03-12T17:27:45Z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